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1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5367FF-54FD-439B-9514-29CD75B560EC}" v="42" dt="2025-12-18T17:44:26.3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rshini suresh" userId="62aadeec3c6ee37d" providerId="LiveId" clId="{00D474A7-5F7A-42D2-B217-5FAFE9339D99}"/>
    <pc:docChg chg="undo custSel addSld delSld modSld sldOrd">
      <pc:chgData name="varshini suresh" userId="62aadeec3c6ee37d" providerId="LiveId" clId="{00D474A7-5F7A-42D2-B217-5FAFE9339D99}" dt="2025-12-18T17:44:26.361" v="1209"/>
      <pc:docMkLst>
        <pc:docMk/>
      </pc:docMkLst>
      <pc:sldChg chg="delSp modSp mod">
        <pc:chgData name="varshini suresh" userId="62aadeec3c6ee37d" providerId="LiveId" clId="{00D474A7-5F7A-42D2-B217-5FAFE9339D99}" dt="2025-12-18T09:02:16.926" v="323" actId="207"/>
        <pc:sldMkLst>
          <pc:docMk/>
          <pc:sldMk cId="974564671" sldId="256"/>
        </pc:sldMkLst>
        <pc:spChg chg="del mod">
          <ac:chgData name="varshini suresh" userId="62aadeec3c6ee37d" providerId="LiveId" clId="{00D474A7-5F7A-42D2-B217-5FAFE9339D99}" dt="2025-12-18T08:53:23.423" v="3" actId="478"/>
          <ac:spMkLst>
            <pc:docMk/>
            <pc:sldMk cId="974564671" sldId="256"/>
            <ac:spMk id="3" creationId="{741BBB72-1EF3-7D87-F5A6-C925124DD64C}"/>
          </ac:spMkLst>
        </pc:spChg>
        <pc:spChg chg="mod">
          <ac:chgData name="varshini suresh" userId="62aadeec3c6ee37d" providerId="LiveId" clId="{00D474A7-5F7A-42D2-B217-5FAFE9339D99}" dt="2025-12-18T09:02:16.926" v="323" actId="207"/>
          <ac:spMkLst>
            <pc:docMk/>
            <pc:sldMk cId="974564671" sldId="256"/>
            <ac:spMk id="4" creationId="{5F78AAFA-074A-15EB-EACD-F994A26D13EE}"/>
          </ac:spMkLst>
        </pc:spChg>
      </pc:sldChg>
      <pc:sldChg chg="addSp delSp modSp new mod">
        <pc:chgData name="varshini suresh" userId="62aadeec3c6ee37d" providerId="LiveId" clId="{00D474A7-5F7A-42D2-B217-5FAFE9339D99}" dt="2025-12-18T09:02:07.224" v="322" actId="255"/>
        <pc:sldMkLst>
          <pc:docMk/>
          <pc:sldMk cId="4076667205" sldId="257"/>
        </pc:sldMkLst>
        <pc:spChg chg="add del mod">
          <ac:chgData name="varshini suresh" userId="62aadeec3c6ee37d" providerId="LiveId" clId="{00D474A7-5F7A-42D2-B217-5FAFE9339D99}" dt="2025-12-18T08:58:40.602" v="158"/>
          <ac:spMkLst>
            <pc:docMk/>
            <pc:sldMk cId="4076667205" sldId="257"/>
            <ac:spMk id="2" creationId="{53237A96-F85B-0A2C-B6B7-E1FF794E8A85}"/>
          </ac:spMkLst>
        </pc:spChg>
        <pc:spChg chg="add mod">
          <ac:chgData name="varshini suresh" userId="62aadeec3c6ee37d" providerId="LiveId" clId="{00D474A7-5F7A-42D2-B217-5FAFE9339D99}" dt="2025-12-18T09:02:07.224" v="322" actId="255"/>
          <ac:spMkLst>
            <pc:docMk/>
            <pc:sldMk cId="4076667205" sldId="257"/>
            <ac:spMk id="4" creationId="{A497C11E-6BC0-B953-F2E2-05182D0B21D4}"/>
          </ac:spMkLst>
        </pc:spChg>
      </pc:sldChg>
      <pc:sldChg chg="addSp modSp new mod">
        <pc:chgData name="varshini suresh" userId="62aadeec3c6ee37d" providerId="LiveId" clId="{00D474A7-5F7A-42D2-B217-5FAFE9339D99}" dt="2025-12-18T09:10:23.635" v="335" actId="255"/>
        <pc:sldMkLst>
          <pc:docMk/>
          <pc:sldMk cId="171861036" sldId="258"/>
        </pc:sldMkLst>
        <pc:spChg chg="add mod">
          <ac:chgData name="varshini suresh" userId="62aadeec3c6ee37d" providerId="LiveId" clId="{00D474A7-5F7A-42D2-B217-5FAFE9339D99}" dt="2025-12-18T09:10:23.635" v="335" actId="255"/>
          <ac:spMkLst>
            <pc:docMk/>
            <pc:sldMk cId="171861036" sldId="258"/>
            <ac:spMk id="3" creationId="{99D96A26-51DF-7F84-A094-0F8FC0F2D1A1}"/>
          </ac:spMkLst>
        </pc:spChg>
      </pc:sldChg>
      <pc:sldChg chg="new del">
        <pc:chgData name="varshini suresh" userId="62aadeec3c6ee37d" providerId="LiveId" clId="{00D474A7-5F7A-42D2-B217-5FAFE9339D99}" dt="2025-12-18T09:01:40.609" v="320" actId="47"/>
        <pc:sldMkLst>
          <pc:docMk/>
          <pc:sldMk cId="479367201" sldId="259"/>
        </pc:sldMkLst>
      </pc:sldChg>
      <pc:sldChg chg="addSp modSp new mod">
        <pc:chgData name="varshini suresh" userId="62aadeec3c6ee37d" providerId="LiveId" clId="{00D474A7-5F7A-42D2-B217-5FAFE9339D99}" dt="2025-12-18T09:13:08.398" v="343" actId="207"/>
        <pc:sldMkLst>
          <pc:docMk/>
          <pc:sldMk cId="1528882097" sldId="259"/>
        </pc:sldMkLst>
        <pc:spChg chg="add mod">
          <ac:chgData name="varshini suresh" userId="62aadeec3c6ee37d" providerId="LiveId" clId="{00D474A7-5F7A-42D2-B217-5FAFE9339D99}" dt="2025-12-18T09:13:08.398" v="343" actId="207"/>
          <ac:spMkLst>
            <pc:docMk/>
            <pc:sldMk cId="1528882097" sldId="259"/>
            <ac:spMk id="3" creationId="{973B10CD-9356-607C-F634-16306A71442E}"/>
          </ac:spMkLst>
        </pc:spChg>
      </pc:sldChg>
      <pc:sldChg chg="new del">
        <pc:chgData name="varshini suresh" userId="62aadeec3c6ee37d" providerId="LiveId" clId="{00D474A7-5F7A-42D2-B217-5FAFE9339D99}" dt="2025-12-18T09:01:40.099" v="319" actId="47"/>
        <pc:sldMkLst>
          <pc:docMk/>
          <pc:sldMk cId="998999843" sldId="260"/>
        </pc:sldMkLst>
      </pc:sldChg>
      <pc:sldChg chg="addSp modSp new mod">
        <pc:chgData name="varshini suresh" userId="62aadeec3c6ee37d" providerId="LiveId" clId="{00D474A7-5F7A-42D2-B217-5FAFE9339D99}" dt="2025-12-18T09:18:14.816" v="360" actId="255"/>
        <pc:sldMkLst>
          <pc:docMk/>
          <pc:sldMk cId="4084210411" sldId="260"/>
        </pc:sldMkLst>
        <pc:spChg chg="add mod">
          <ac:chgData name="varshini suresh" userId="62aadeec3c6ee37d" providerId="LiveId" clId="{00D474A7-5F7A-42D2-B217-5FAFE9339D99}" dt="2025-12-18T09:18:14.816" v="360" actId="255"/>
          <ac:spMkLst>
            <pc:docMk/>
            <pc:sldMk cId="4084210411" sldId="260"/>
            <ac:spMk id="3" creationId="{1068EDEA-875B-AE62-BADE-35FB9801C903}"/>
          </ac:spMkLst>
        </pc:spChg>
      </pc:sldChg>
      <pc:sldChg chg="new del">
        <pc:chgData name="varshini suresh" userId="62aadeec3c6ee37d" providerId="LiveId" clId="{00D474A7-5F7A-42D2-B217-5FAFE9339D99}" dt="2025-12-18T09:01:39.728" v="318" actId="47"/>
        <pc:sldMkLst>
          <pc:docMk/>
          <pc:sldMk cId="2497923749" sldId="261"/>
        </pc:sldMkLst>
      </pc:sldChg>
      <pc:sldChg chg="addSp modSp new mod">
        <pc:chgData name="varshini suresh" userId="62aadeec3c6ee37d" providerId="LiveId" clId="{00D474A7-5F7A-42D2-B217-5FAFE9339D99}" dt="2025-12-18T09:19:37.207" v="370" actId="1076"/>
        <pc:sldMkLst>
          <pc:docMk/>
          <pc:sldMk cId="4242096799" sldId="261"/>
        </pc:sldMkLst>
        <pc:spChg chg="add mod">
          <ac:chgData name="varshini suresh" userId="62aadeec3c6ee37d" providerId="LiveId" clId="{00D474A7-5F7A-42D2-B217-5FAFE9339D99}" dt="2025-12-18T09:19:37.207" v="370" actId="1076"/>
          <ac:spMkLst>
            <pc:docMk/>
            <pc:sldMk cId="4242096799" sldId="261"/>
            <ac:spMk id="3" creationId="{5DE991B0-6F24-DE21-4EF2-5C40ABFBE6D3}"/>
          </ac:spMkLst>
        </pc:spChg>
      </pc:sldChg>
      <pc:sldChg chg="new del">
        <pc:chgData name="varshini suresh" userId="62aadeec3c6ee37d" providerId="LiveId" clId="{00D474A7-5F7A-42D2-B217-5FAFE9339D99}" dt="2025-12-18T09:01:31.736" v="317" actId="47"/>
        <pc:sldMkLst>
          <pc:docMk/>
          <pc:sldMk cId="1369967692" sldId="262"/>
        </pc:sldMkLst>
      </pc:sldChg>
      <pc:sldChg chg="addSp modSp new mod">
        <pc:chgData name="varshini suresh" userId="62aadeec3c6ee37d" providerId="LiveId" clId="{00D474A7-5F7A-42D2-B217-5FAFE9339D99}" dt="2025-12-18T09:21:54.173" v="379" actId="1076"/>
        <pc:sldMkLst>
          <pc:docMk/>
          <pc:sldMk cId="3766753909" sldId="262"/>
        </pc:sldMkLst>
        <pc:spChg chg="add mod">
          <ac:chgData name="varshini suresh" userId="62aadeec3c6ee37d" providerId="LiveId" clId="{00D474A7-5F7A-42D2-B217-5FAFE9339D99}" dt="2025-12-18T09:21:54.173" v="379" actId="1076"/>
          <ac:spMkLst>
            <pc:docMk/>
            <pc:sldMk cId="3766753909" sldId="262"/>
            <ac:spMk id="2" creationId="{6805E19E-EA61-345B-A7C5-014C14A4328B}"/>
          </ac:spMkLst>
        </pc:spChg>
      </pc:sldChg>
      <pc:sldChg chg="addSp modSp new mod">
        <pc:chgData name="varshini suresh" userId="62aadeec3c6ee37d" providerId="LiveId" clId="{00D474A7-5F7A-42D2-B217-5FAFE9339D99}" dt="2025-12-18T09:24:14.508" v="401" actId="1076"/>
        <pc:sldMkLst>
          <pc:docMk/>
          <pc:sldMk cId="2987742749" sldId="263"/>
        </pc:sldMkLst>
        <pc:spChg chg="add mod">
          <ac:chgData name="varshini suresh" userId="62aadeec3c6ee37d" providerId="LiveId" clId="{00D474A7-5F7A-42D2-B217-5FAFE9339D99}" dt="2025-12-18T09:24:14.508" v="401" actId="1076"/>
          <ac:spMkLst>
            <pc:docMk/>
            <pc:sldMk cId="2987742749" sldId="263"/>
            <ac:spMk id="2" creationId="{5DB589E6-D7E0-53CE-D9F8-AA780125D371}"/>
          </ac:spMkLst>
        </pc:spChg>
      </pc:sldChg>
      <pc:sldChg chg="new del">
        <pc:chgData name="varshini suresh" userId="62aadeec3c6ee37d" providerId="LiveId" clId="{00D474A7-5F7A-42D2-B217-5FAFE9339D99}" dt="2025-12-18T09:01:31.448" v="316" actId="47"/>
        <pc:sldMkLst>
          <pc:docMk/>
          <pc:sldMk cId="3812198505" sldId="263"/>
        </pc:sldMkLst>
      </pc:sldChg>
      <pc:sldChg chg="new del">
        <pc:chgData name="varshini suresh" userId="62aadeec3c6ee37d" providerId="LiveId" clId="{00D474A7-5F7A-42D2-B217-5FAFE9339D99}" dt="2025-12-18T09:01:31.160" v="315" actId="47"/>
        <pc:sldMkLst>
          <pc:docMk/>
          <pc:sldMk cId="1994999288" sldId="264"/>
        </pc:sldMkLst>
      </pc:sldChg>
      <pc:sldChg chg="new del">
        <pc:chgData name="varshini suresh" userId="62aadeec3c6ee37d" providerId="LiveId" clId="{00D474A7-5F7A-42D2-B217-5FAFE9339D99}" dt="2025-12-18T09:35:54.204" v="403" actId="47"/>
        <pc:sldMkLst>
          <pc:docMk/>
          <pc:sldMk cId="2656513866" sldId="264"/>
        </pc:sldMkLst>
      </pc:sldChg>
      <pc:sldChg chg="addSp modSp new mod">
        <pc:chgData name="varshini suresh" userId="62aadeec3c6ee37d" providerId="LiveId" clId="{00D474A7-5F7A-42D2-B217-5FAFE9339D99}" dt="2025-12-18T09:37:31.807" v="414" actId="1076"/>
        <pc:sldMkLst>
          <pc:docMk/>
          <pc:sldMk cId="1351144241" sldId="265"/>
        </pc:sldMkLst>
        <pc:spChg chg="add mod">
          <ac:chgData name="varshini suresh" userId="62aadeec3c6ee37d" providerId="LiveId" clId="{00D474A7-5F7A-42D2-B217-5FAFE9339D99}" dt="2025-12-18T09:36:56.156" v="409" actId="207"/>
          <ac:spMkLst>
            <pc:docMk/>
            <pc:sldMk cId="1351144241" sldId="265"/>
            <ac:spMk id="3" creationId="{1B14315F-B2F1-B834-CC9B-D107C7523717}"/>
          </ac:spMkLst>
        </pc:spChg>
        <pc:picChg chg="add mod">
          <ac:chgData name="varshini suresh" userId="62aadeec3c6ee37d" providerId="LiveId" clId="{00D474A7-5F7A-42D2-B217-5FAFE9339D99}" dt="2025-12-18T09:37:31.807" v="414" actId="1076"/>
          <ac:picMkLst>
            <pc:docMk/>
            <pc:sldMk cId="1351144241" sldId="265"/>
            <ac:picMk id="5" creationId="{909B3823-5446-3AE8-9EBE-074DEE94F22A}"/>
          </ac:picMkLst>
        </pc:picChg>
      </pc:sldChg>
      <pc:sldChg chg="new del">
        <pc:chgData name="varshini suresh" userId="62aadeec3c6ee37d" providerId="LiveId" clId="{00D474A7-5F7A-42D2-B217-5FAFE9339D99}" dt="2025-12-18T09:01:30.885" v="314" actId="47"/>
        <pc:sldMkLst>
          <pc:docMk/>
          <pc:sldMk cId="2824760964" sldId="265"/>
        </pc:sldMkLst>
      </pc:sldChg>
      <pc:sldChg chg="new del">
        <pc:chgData name="varshini suresh" userId="62aadeec3c6ee37d" providerId="LiveId" clId="{00D474A7-5F7A-42D2-B217-5FAFE9339D99}" dt="2025-12-18T09:01:30.154" v="313" actId="47"/>
        <pc:sldMkLst>
          <pc:docMk/>
          <pc:sldMk cId="3512291590" sldId="266"/>
        </pc:sldMkLst>
      </pc:sldChg>
      <pc:sldChg chg="addSp modSp new mod">
        <pc:chgData name="varshini suresh" userId="62aadeec3c6ee37d" providerId="LiveId" clId="{00D474A7-5F7A-42D2-B217-5FAFE9339D99}" dt="2025-12-18T09:40:43.662" v="422" actId="14100"/>
        <pc:sldMkLst>
          <pc:docMk/>
          <pc:sldMk cId="3888609411" sldId="266"/>
        </pc:sldMkLst>
        <pc:spChg chg="add mod">
          <ac:chgData name="varshini suresh" userId="62aadeec3c6ee37d" providerId="LiveId" clId="{00D474A7-5F7A-42D2-B217-5FAFE9339D99}" dt="2025-12-18T09:40:20.680" v="419" actId="207"/>
          <ac:spMkLst>
            <pc:docMk/>
            <pc:sldMk cId="3888609411" sldId="266"/>
            <ac:spMk id="3" creationId="{6FF49DEC-9C57-D8DA-29F9-0E8DB8D2189A}"/>
          </ac:spMkLst>
        </pc:spChg>
        <pc:picChg chg="add mod">
          <ac:chgData name="varshini suresh" userId="62aadeec3c6ee37d" providerId="LiveId" clId="{00D474A7-5F7A-42D2-B217-5FAFE9339D99}" dt="2025-12-18T09:40:43.662" v="422" actId="14100"/>
          <ac:picMkLst>
            <pc:docMk/>
            <pc:sldMk cId="3888609411" sldId="266"/>
            <ac:picMk id="5" creationId="{B8BAD721-006A-1C22-7BBA-CC072B9B57BA}"/>
          </ac:picMkLst>
        </pc:picChg>
      </pc:sldChg>
      <pc:sldChg chg="addSp modSp new mod">
        <pc:chgData name="varshini suresh" userId="62aadeec3c6ee37d" providerId="LiveId" clId="{00D474A7-5F7A-42D2-B217-5FAFE9339D99}" dt="2025-12-18T09:45:53.028" v="440" actId="1076"/>
        <pc:sldMkLst>
          <pc:docMk/>
          <pc:sldMk cId="471907123" sldId="267"/>
        </pc:sldMkLst>
        <pc:spChg chg="add mod">
          <ac:chgData name="varshini suresh" userId="62aadeec3c6ee37d" providerId="LiveId" clId="{00D474A7-5F7A-42D2-B217-5FAFE9339D99}" dt="2025-12-18T09:45:53.028" v="440" actId="1076"/>
          <ac:spMkLst>
            <pc:docMk/>
            <pc:sldMk cId="471907123" sldId="267"/>
            <ac:spMk id="3" creationId="{E49081E7-1BD9-8850-1DEB-8527D7A2C62E}"/>
          </ac:spMkLst>
        </pc:spChg>
      </pc:sldChg>
      <pc:sldChg chg="new del">
        <pc:chgData name="varshini suresh" userId="62aadeec3c6ee37d" providerId="LiveId" clId="{00D474A7-5F7A-42D2-B217-5FAFE9339D99}" dt="2025-12-18T09:01:29.357" v="312" actId="47"/>
        <pc:sldMkLst>
          <pc:docMk/>
          <pc:sldMk cId="2345950364" sldId="267"/>
        </pc:sldMkLst>
      </pc:sldChg>
      <pc:sldChg chg="addSp modSp new mod">
        <pc:chgData name="varshini suresh" userId="62aadeec3c6ee37d" providerId="LiveId" clId="{00D474A7-5F7A-42D2-B217-5FAFE9339D99}" dt="2025-12-18T09:47:11.069" v="448" actId="1076"/>
        <pc:sldMkLst>
          <pc:docMk/>
          <pc:sldMk cId="448380093" sldId="268"/>
        </pc:sldMkLst>
        <pc:spChg chg="add mod">
          <ac:chgData name="varshini suresh" userId="62aadeec3c6ee37d" providerId="LiveId" clId="{00D474A7-5F7A-42D2-B217-5FAFE9339D99}" dt="2025-12-18T09:47:11.069" v="448" actId="1076"/>
          <ac:spMkLst>
            <pc:docMk/>
            <pc:sldMk cId="448380093" sldId="268"/>
            <ac:spMk id="3" creationId="{D57E6F16-4A6E-9762-6DED-F32AAF88BA9C}"/>
          </ac:spMkLst>
        </pc:spChg>
      </pc:sldChg>
      <pc:sldChg chg="new del">
        <pc:chgData name="varshini suresh" userId="62aadeec3c6ee37d" providerId="LiveId" clId="{00D474A7-5F7A-42D2-B217-5FAFE9339D99}" dt="2025-12-18T09:01:28.859" v="311" actId="47"/>
        <pc:sldMkLst>
          <pc:docMk/>
          <pc:sldMk cId="3767260952" sldId="268"/>
        </pc:sldMkLst>
      </pc:sldChg>
      <pc:sldChg chg="new del">
        <pc:chgData name="varshini suresh" userId="62aadeec3c6ee37d" providerId="LiveId" clId="{00D474A7-5F7A-42D2-B217-5FAFE9339D99}" dt="2025-12-18T09:01:26.811" v="310" actId="47"/>
        <pc:sldMkLst>
          <pc:docMk/>
          <pc:sldMk cId="892908187" sldId="269"/>
        </pc:sldMkLst>
      </pc:sldChg>
      <pc:sldChg chg="addSp modSp new mod">
        <pc:chgData name="varshini suresh" userId="62aadeec3c6ee37d" providerId="LiveId" clId="{00D474A7-5F7A-42D2-B217-5FAFE9339D99}" dt="2025-12-18T09:48:18.469" v="457" actId="1076"/>
        <pc:sldMkLst>
          <pc:docMk/>
          <pc:sldMk cId="2623865236" sldId="269"/>
        </pc:sldMkLst>
        <pc:spChg chg="add mod">
          <ac:chgData name="varshini suresh" userId="62aadeec3c6ee37d" providerId="LiveId" clId="{00D474A7-5F7A-42D2-B217-5FAFE9339D99}" dt="2025-12-18T09:48:18.469" v="457" actId="1076"/>
          <ac:spMkLst>
            <pc:docMk/>
            <pc:sldMk cId="2623865236" sldId="269"/>
            <ac:spMk id="3" creationId="{129B5200-9BED-30D4-472F-29761611CA62}"/>
          </ac:spMkLst>
        </pc:spChg>
      </pc:sldChg>
      <pc:sldChg chg="new del">
        <pc:chgData name="varshini suresh" userId="62aadeec3c6ee37d" providerId="LiveId" clId="{00D474A7-5F7A-42D2-B217-5FAFE9339D99}" dt="2025-12-18T09:01:26.784" v="309" actId="47"/>
        <pc:sldMkLst>
          <pc:docMk/>
          <pc:sldMk cId="2696675513" sldId="270"/>
        </pc:sldMkLst>
      </pc:sldChg>
      <pc:sldChg chg="addSp modSp new mod">
        <pc:chgData name="varshini suresh" userId="62aadeec3c6ee37d" providerId="LiveId" clId="{00D474A7-5F7A-42D2-B217-5FAFE9339D99}" dt="2025-12-18T09:51:39.361" v="464" actId="1076"/>
        <pc:sldMkLst>
          <pc:docMk/>
          <pc:sldMk cId="3780857820" sldId="270"/>
        </pc:sldMkLst>
        <pc:spChg chg="add mod">
          <ac:chgData name="varshini suresh" userId="62aadeec3c6ee37d" providerId="LiveId" clId="{00D474A7-5F7A-42D2-B217-5FAFE9339D99}" dt="2025-12-18T09:51:39.361" v="464" actId="1076"/>
          <ac:spMkLst>
            <pc:docMk/>
            <pc:sldMk cId="3780857820" sldId="270"/>
            <ac:spMk id="3" creationId="{7F83EDE8-E1A5-633B-E482-03144B6398BA}"/>
          </ac:spMkLst>
        </pc:spChg>
      </pc:sldChg>
      <pc:sldChg chg="addSp delSp modSp new mod">
        <pc:chgData name="varshini suresh" userId="62aadeec3c6ee37d" providerId="LiveId" clId="{00D474A7-5F7A-42D2-B217-5FAFE9339D99}" dt="2025-12-18T10:13:24.610" v="588" actId="20577"/>
        <pc:sldMkLst>
          <pc:docMk/>
          <pc:sldMk cId="1469053135" sldId="271"/>
        </pc:sldMkLst>
        <pc:spChg chg="add mod">
          <ac:chgData name="varshini suresh" userId="62aadeec3c6ee37d" providerId="LiveId" clId="{00D474A7-5F7A-42D2-B217-5FAFE9339D99}" dt="2025-12-18T10:13:24.610" v="588" actId="20577"/>
          <ac:spMkLst>
            <pc:docMk/>
            <pc:sldMk cId="1469053135" sldId="271"/>
            <ac:spMk id="7" creationId="{62BB3739-0DFF-7CE8-3988-9CCC54453DD5}"/>
          </ac:spMkLst>
        </pc:spChg>
        <pc:spChg chg="add del">
          <ac:chgData name="varshini suresh" userId="62aadeec3c6ee37d" providerId="LiveId" clId="{00D474A7-5F7A-42D2-B217-5FAFE9339D99}" dt="2025-12-18T10:07:28.258" v="537" actId="478"/>
          <ac:spMkLst>
            <pc:docMk/>
            <pc:sldMk cId="1469053135" sldId="271"/>
            <ac:spMk id="9" creationId="{A5B1768F-17F3-FE3B-5E1F-41F41C287AF5}"/>
          </ac:spMkLst>
        </pc:spChg>
        <pc:picChg chg="add del mod">
          <ac:chgData name="varshini suresh" userId="62aadeec3c6ee37d" providerId="LiveId" clId="{00D474A7-5F7A-42D2-B217-5FAFE9339D99}" dt="2025-12-18T09:59:10.968" v="472" actId="478"/>
          <ac:picMkLst>
            <pc:docMk/>
            <pc:sldMk cId="1469053135" sldId="271"/>
            <ac:picMk id="3" creationId="{0B05D5E8-6C47-B937-E245-F6F6A786D49C}"/>
          </ac:picMkLst>
        </pc:picChg>
        <pc:picChg chg="add del mod">
          <ac:chgData name="varshini suresh" userId="62aadeec3c6ee37d" providerId="LiveId" clId="{00D474A7-5F7A-42D2-B217-5FAFE9339D99}" dt="2025-12-18T10:07:18.276" v="535" actId="478"/>
          <ac:picMkLst>
            <pc:docMk/>
            <pc:sldMk cId="1469053135" sldId="271"/>
            <ac:picMk id="5" creationId="{111A4479-431F-62EA-608F-F5F23A173B83}"/>
          </ac:picMkLst>
        </pc:picChg>
        <pc:picChg chg="add mod">
          <ac:chgData name="varshini suresh" userId="62aadeec3c6ee37d" providerId="LiveId" clId="{00D474A7-5F7A-42D2-B217-5FAFE9339D99}" dt="2025-12-18T10:07:53.754" v="542" actId="1076"/>
          <ac:picMkLst>
            <pc:docMk/>
            <pc:sldMk cId="1469053135" sldId="271"/>
            <ac:picMk id="11" creationId="{40B7ED57-1B25-805E-A801-7042D450A9C3}"/>
          </ac:picMkLst>
        </pc:picChg>
      </pc:sldChg>
      <pc:sldChg chg="new del">
        <pc:chgData name="varshini suresh" userId="62aadeec3c6ee37d" providerId="LiveId" clId="{00D474A7-5F7A-42D2-B217-5FAFE9339D99}" dt="2025-12-18T09:01:26.747" v="308" actId="47"/>
        <pc:sldMkLst>
          <pc:docMk/>
          <pc:sldMk cId="2803826187" sldId="271"/>
        </pc:sldMkLst>
      </pc:sldChg>
      <pc:sldChg chg="addSp modSp new mod ord">
        <pc:chgData name="varshini suresh" userId="62aadeec3c6ee37d" providerId="LiveId" clId="{00D474A7-5F7A-42D2-B217-5FAFE9339D99}" dt="2025-12-18T10:19:12.973" v="605"/>
        <pc:sldMkLst>
          <pc:docMk/>
          <pc:sldMk cId="93798273" sldId="272"/>
        </pc:sldMkLst>
        <pc:spChg chg="add mod">
          <ac:chgData name="varshini suresh" userId="62aadeec3c6ee37d" providerId="LiveId" clId="{00D474A7-5F7A-42D2-B217-5FAFE9339D99}" dt="2025-12-18T10:18:56.821" v="602" actId="1076"/>
          <ac:spMkLst>
            <pc:docMk/>
            <pc:sldMk cId="93798273" sldId="272"/>
            <ac:spMk id="5" creationId="{0D552657-6E93-5630-66C3-A97F425585B0}"/>
          </ac:spMkLst>
        </pc:spChg>
        <pc:picChg chg="add mod">
          <ac:chgData name="varshini suresh" userId="62aadeec3c6ee37d" providerId="LiveId" clId="{00D474A7-5F7A-42D2-B217-5FAFE9339D99}" dt="2025-12-18T10:19:00.924" v="603" actId="14100"/>
          <ac:picMkLst>
            <pc:docMk/>
            <pc:sldMk cId="93798273" sldId="272"/>
            <ac:picMk id="3" creationId="{620A11E2-43DB-7166-4892-70DA6C54B705}"/>
          </ac:picMkLst>
        </pc:picChg>
      </pc:sldChg>
      <pc:sldChg chg="new del">
        <pc:chgData name="varshini suresh" userId="62aadeec3c6ee37d" providerId="LiveId" clId="{00D474A7-5F7A-42D2-B217-5FAFE9339D99}" dt="2025-12-18T09:01:26.723" v="307" actId="47"/>
        <pc:sldMkLst>
          <pc:docMk/>
          <pc:sldMk cId="2255713415" sldId="272"/>
        </pc:sldMkLst>
      </pc:sldChg>
      <pc:sldChg chg="addSp modSp new del mod">
        <pc:chgData name="varshini suresh" userId="62aadeec3c6ee37d" providerId="LiveId" clId="{00D474A7-5F7A-42D2-B217-5FAFE9339D99}" dt="2025-12-18T10:08:10.018" v="545" actId="47"/>
        <pc:sldMkLst>
          <pc:docMk/>
          <pc:sldMk cId="3209641912" sldId="272"/>
        </pc:sldMkLst>
        <pc:picChg chg="add mod">
          <ac:chgData name="varshini suresh" userId="62aadeec3c6ee37d" providerId="LiveId" clId="{00D474A7-5F7A-42D2-B217-5FAFE9339D99}" dt="2025-12-18T10:04:39.371" v="534" actId="14100"/>
          <ac:picMkLst>
            <pc:docMk/>
            <pc:sldMk cId="3209641912" sldId="272"/>
            <ac:picMk id="3" creationId="{9CE1A6B7-371F-8537-2605-B0E9893359D2}"/>
          </ac:picMkLst>
        </pc:picChg>
      </pc:sldChg>
      <pc:sldChg chg="new del">
        <pc:chgData name="varshini suresh" userId="62aadeec3c6ee37d" providerId="LiveId" clId="{00D474A7-5F7A-42D2-B217-5FAFE9339D99}" dt="2025-12-18T09:01:26.690" v="306" actId="47"/>
        <pc:sldMkLst>
          <pc:docMk/>
          <pc:sldMk cId="554437433" sldId="273"/>
        </pc:sldMkLst>
      </pc:sldChg>
      <pc:sldChg chg="addSp modSp new mod">
        <pc:chgData name="varshini suresh" userId="62aadeec3c6ee37d" providerId="LiveId" clId="{00D474A7-5F7A-42D2-B217-5FAFE9339D99}" dt="2025-12-18T10:24:18.840" v="618" actId="2711"/>
        <pc:sldMkLst>
          <pc:docMk/>
          <pc:sldMk cId="555726949" sldId="273"/>
        </pc:sldMkLst>
        <pc:spChg chg="add mod">
          <ac:chgData name="varshini suresh" userId="62aadeec3c6ee37d" providerId="LiveId" clId="{00D474A7-5F7A-42D2-B217-5FAFE9339D99}" dt="2025-12-18T10:24:18.840" v="618" actId="2711"/>
          <ac:spMkLst>
            <pc:docMk/>
            <pc:sldMk cId="555726949" sldId="273"/>
            <ac:spMk id="5" creationId="{A38E55BD-20F2-09B5-BAC1-F5BC4623ABF2}"/>
          </ac:spMkLst>
        </pc:spChg>
        <pc:picChg chg="add mod">
          <ac:chgData name="varshini suresh" userId="62aadeec3c6ee37d" providerId="LiveId" clId="{00D474A7-5F7A-42D2-B217-5FAFE9339D99}" dt="2025-12-18T10:22:59.582" v="611" actId="14100"/>
          <ac:picMkLst>
            <pc:docMk/>
            <pc:sldMk cId="555726949" sldId="273"/>
            <ac:picMk id="3" creationId="{4DAFA47C-BD89-877A-376C-483F84CF8AF8}"/>
          </ac:picMkLst>
        </pc:picChg>
      </pc:sldChg>
      <pc:sldChg chg="new del">
        <pc:chgData name="varshini suresh" userId="62aadeec3c6ee37d" providerId="LiveId" clId="{00D474A7-5F7A-42D2-B217-5FAFE9339D99}" dt="2025-12-18T09:01:26.661" v="305" actId="47"/>
        <pc:sldMkLst>
          <pc:docMk/>
          <pc:sldMk cId="917873514" sldId="274"/>
        </pc:sldMkLst>
      </pc:sldChg>
      <pc:sldChg chg="addSp modSp new mod">
        <pc:chgData name="varshini suresh" userId="62aadeec3c6ee37d" providerId="LiveId" clId="{00D474A7-5F7A-42D2-B217-5FAFE9339D99}" dt="2025-12-18T10:26:11.858" v="799" actId="207"/>
        <pc:sldMkLst>
          <pc:docMk/>
          <pc:sldMk cId="2122440861" sldId="274"/>
        </pc:sldMkLst>
        <pc:spChg chg="add mod">
          <ac:chgData name="varshini suresh" userId="62aadeec3c6ee37d" providerId="LiveId" clId="{00D474A7-5F7A-42D2-B217-5FAFE9339D99}" dt="2025-12-18T10:26:11.858" v="799" actId="207"/>
          <ac:spMkLst>
            <pc:docMk/>
            <pc:sldMk cId="2122440861" sldId="274"/>
            <ac:spMk id="3" creationId="{64F24EE3-183F-167E-271A-8FB79D652452}"/>
          </ac:spMkLst>
        </pc:spChg>
      </pc:sldChg>
      <pc:sldChg chg="new del">
        <pc:chgData name="varshini suresh" userId="62aadeec3c6ee37d" providerId="LiveId" clId="{00D474A7-5F7A-42D2-B217-5FAFE9339D99}" dt="2025-12-18T09:01:26.632" v="304" actId="47"/>
        <pc:sldMkLst>
          <pc:docMk/>
          <pc:sldMk cId="402247406" sldId="275"/>
        </pc:sldMkLst>
      </pc:sldChg>
      <pc:sldChg chg="addSp modSp new mod">
        <pc:chgData name="varshini suresh" userId="62aadeec3c6ee37d" providerId="LiveId" clId="{00D474A7-5F7A-42D2-B217-5FAFE9339D99}" dt="2025-12-18T15:57:53.872" v="821" actId="207"/>
        <pc:sldMkLst>
          <pc:docMk/>
          <pc:sldMk cId="1057633594" sldId="275"/>
        </pc:sldMkLst>
        <pc:spChg chg="add mod">
          <ac:chgData name="varshini suresh" userId="62aadeec3c6ee37d" providerId="LiveId" clId="{00D474A7-5F7A-42D2-B217-5FAFE9339D99}" dt="2025-12-18T15:57:53.872" v="821" actId="207"/>
          <ac:spMkLst>
            <pc:docMk/>
            <pc:sldMk cId="1057633594" sldId="275"/>
            <ac:spMk id="5" creationId="{3FC2CD42-7313-ABB8-521C-CAB1C49814E8}"/>
          </ac:spMkLst>
        </pc:spChg>
        <pc:picChg chg="add mod">
          <ac:chgData name="varshini suresh" userId="62aadeec3c6ee37d" providerId="LiveId" clId="{00D474A7-5F7A-42D2-B217-5FAFE9339D99}" dt="2025-12-18T15:57:46.859" v="818" actId="14100"/>
          <ac:picMkLst>
            <pc:docMk/>
            <pc:sldMk cId="1057633594" sldId="275"/>
            <ac:picMk id="3" creationId="{7374F267-81DA-2CCC-67AC-EBC6B2AB4412}"/>
          </ac:picMkLst>
        </pc:picChg>
      </pc:sldChg>
      <pc:sldChg chg="new del">
        <pc:chgData name="varshini suresh" userId="62aadeec3c6ee37d" providerId="LiveId" clId="{00D474A7-5F7A-42D2-B217-5FAFE9339D99}" dt="2025-12-18T15:55:54.660" v="801" actId="2696"/>
        <pc:sldMkLst>
          <pc:docMk/>
          <pc:sldMk cId="1996017820" sldId="275"/>
        </pc:sldMkLst>
      </pc:sldChg>
      <pc:sldChg chg="new del">
        <pc:chgData name="varshini suresh" userId="62aadeec3c6ee37d" providerId="LiveId" clId="{00D474A7-5F7A-42D2-B217-5FAFE9339D99}" dt="2025-12-18T15:56:03.736" v="803" actId="2696"/>
        <pc:sldMkLst>
          <pc:docMk/>
          <pc:sldMk cId="2543934411" sldId="275"/>
        </pc:sldMkLst>
      </pc:sldChg>
      <pc:sldChg chg="add del">
        <pc:chgData name="varshini suresh" userId="62aadeec3c6ee37d" providerId="LiveId" clId="{00D474A7-5F7A-42D2-B217-5FAFE9339D99}" dt="2025-12-18T15:56:14.567" v="806" actId="47"/>
        <pc:sldMkLst>
          <pc:docMk/>
          <pc:sldMk cId="628041937" sldId="276"/>
        </pc:sldMkLst>
      </pc:sldChg>
      <pc:sldChg chg="add del">
        <pc:chgData name="varshini suresh" userId="62aadeec3c6ee37d" providerId="LiveId" clId="{00D474A7-5F7A-42D2-B217-5FAFE9339D99}" dt="2025-12-18T15:56:22.026" v="808" actId="47"/>
        <pc:sldMkLst>
          <pc:docMk/>
          <pc:sldMk cId="3199996722" sldId="276"/>
        </pc:sldMkLst>
      </pc:sldChg>
      <pc:sldChg chg="new del">
        <pc:chgData name="varshini suresh" userId="62aadeec3c6ee37d" providerId="LiveId" clId="{00D474A7-5F7A-42D2-B217-5FAFE9339D99}" dt="2025-12-18T09:01:26.599" v="303" actId="47"/>
        <pc:sldMkLst>
          <pc:docMk/>
          <pc:sldMk cId="3625108725" sldId="276"/>
        </pc:sldMkLst>
      </pc:sldChg>
      <pc:sldChg chg="addSp modSp new mod">
        <pc:chgData name="varshini suresh" userId="62aadeec3c6ee37d" providerId="LiveId" clId="{00D474A7-5F7A-42D2-B217-5FAFE9339D99}" dt="2025-12-18T16:01:11.246" v="930" actId="207"/>
        <pc:sldMkLst>
          <pc:docMk/>
          <pc:sldMk cId="3923670974" sldId="276"/>
        </pc:sldMkLst>
        <pc:spChg chg="add mod">
          <ac:chgData name="varshini suresh" userId="62aadeec3c6ee37d" providerId="LiveId" clId="{00D474A7-5F7A-42D2-B217-5FAFE9339D99}" dt="2025-12-18T16:01:11.246" v="930" actId="207"/>
          <ac:spMkLst>
            <pc:docMk/>
            <pc:sldMk cId="3923670974" sldId="276"/>
            <ac:spMk id="5" creationId="{BB8FE8AB-E85B-9865-EE5D-A364E9CDEE97}"/>
          </ac:spMkLst>
        </pc:spChg>
        <pc:picChg chg="add mod">
          <ac:chgData name="varshini suresh" userId="62aadeec3c6ee37d" providerId="LiveId" clId="{00D474A7-5F7A-42D2-B217-5FAFE9339D99}" dt="2025-12-18T15:58:48.848" v="829" actId="14100"/>
          <ac:picMkLst>
            <pc:docMk/>
            <pc:sldMk cId="3923670974" sldId="276"/>
            <ac:picMk id="3" creationId="{6FFC1F8B-B2F9-40A0-8142-527223C390D5}"/>
          </ac:picMkLst>
        </pc:picChg>
      </pc:sldChg>
      <pc:sldChg chg="addSp modSp new mod">
        <pc:chgData name="varshini suresh" userId="62aadeec3c6ee37d" providerId="LiveId" clId="{00D474A7-5F7A-42D2-B217-5FAFE9339D99}" dt="2025-12-18T16:03:08.907" v="942" actId="207"/>
        <pc:sldMkLst>
          <pc:docMk/>
          <pc:sldMk cId="246976443" sldId="277"/>
        </pc:sldMkLst>
        <pc:spChg chg="add mod">
          <ac:chgData name="varshini suresh" userId="62aadeec3c6ee37d" providerId="LiveId" clId="{00D474A7-5F7A-42D2-B217-5FAFE9339D99}" dt="2025-12-18T16:03:08.907" v="942" actId="207"/>
          <ac:spMkLst>
            <pc:docMk/>
            <pc:sldMk cId="246976443" sldId="277"/>
            <ac:spMk id="5" creationId="{DE2FB725-ED20-B54E-C6B1-9604F390A927}"/>
          </ac:spMkLst>
        </pc:spChg>
        <pc:picChg chg="add mod">
          <ac:chgData name="varshini suresh" userId="62aadeec3c6ee37d" providerId="LiveId" clId="{00D474A7-5F7A-42D2-B217-5FAFE9339D99}" dt="2025-12-18T16:02:16.318" v="936" actId="14100"/>
          <ac:picMkLst>
            <pc:docMk/>
            <pc:sldMk cId="246976443" sldId="277"/>
            <ac:picMk id="3" creationId="{26256133-1E3E-E323-4276-DE824954BDF2}"/>
          </ac:picMkLst>
        </pc:picChg>
      </pc:sldChg>
      <pc:sldChg chg="new del">
        <pc:chgData name="varshini suresh" userId="62aadeec3c6ee37d" providerId="LiveId" clId="{00D474A7-5F7A-42D2-B217-5FAFE9339D99}" dt="2025-12-18T09:01:26.574" v="302" actId="47"/>
        <pc:sldMkLst>
          <pc:docMk/>
          <pc:sldMk cId="432043976" sldId="277"/>
        </pc:sldMkLst>
      </pc:sldChg>
      <pc:sldChg chg="new del">
        <pc:chgData name="varshini suresh" userId="62aadeec3c6ee37d" providerId="LiveId" clId="{00D474A7-5F7A-42D2-B217-5FAFE9339D99}" dt="2025-12-18T09:01:26.547" v="301" actId="47"/>
        <pc:sldMkLst>
          <pc:docMk/>
          <pc:sldMk cId="1500293562" sldId="278"/>
        </pc:sldMkLst>
      </pc:sldChg>
      <pc:sldChg chg="addSp modSp new mod">
        <pc:chgData name="varshini suresh" userId="62aadeec3c6ee37d" providerId="LiveId" clId="{00D474A7-5F7A-42D2-B217-5FAFE9339D99}" dt="2025-12-18T16:16:05.942" v="950" actId="207"/>
        <pc:sldMkLst>
          <pc:docMk/>
          <pc:sldMk cId="1609173772" sldId="278"/>
        </pc:sldMkLst>
        <pc:spChg chg="add mod">
          <ac:chgData name="varshini suresh" userId="62aadeec3c6ee37d" providerId="LiveId" clId="{00D474A7-5F7A-42D2-B217-5FAFE9339D99}" dt="2025-12-18T16:16:05.942" v="950" actId="207"/>
          <ac:spMkLst>
            <pc:docMk/>
            <pc:sldMk cId="1609173772" sldId="278"/>
            <ac:spMk id="5" creationId="{C9B249CA-7D63-5A39-854D-DD0890572E77}"/>
          </ac:spMkLst>
        </pc:spChg>
        <pc:picChg chg="add mod">
          <ac:chgData name="varshini suresh" userId="62aadeec3c6ee37d" providerId="LiveId" clId="{00D474A7-5F7A-42D2-B217-5FAFE9339D99}" dt="2025-12-18T16:15:30.674" v="946" actId="14100"/>
          <ac:picMkLst>
            <pc:docMk/>
            <pc:sldMk cId="1609173772" sldId="278"/>
            <ac:picMk id="3" creationId="{C800E408-D567-0932-D55F-28C3D4EC807B}"/>
          </ac:picMkLst>
        </pc:picChg>
      </pc:sldChg>
      <pc:sldChg chg="new del">
        <pc:chgData name="varshini suresh" userId="62aadeec3c6ee37d" providerId="LiveId" clId="{00D474A7-5F7A-42D2-B217-5FAFE9339D99}" dt="2025-12-18T09:01:26.054" v="300" actId="47"/>
        <pc:sldMkLst>
          <pc:docMk/>
          <pc:sldMk cId="2354202196" sldId="279"/>
        </pc:sldMkLst>
      </pc:sldChg>
      <pc:sldChg chg="addSp modSp new mod">
        <pc:chgData name="varshini suresh" userId="62aadeec3c6ee37d" providerId="LiveId" clId="{00D474A7-5F7A-42D2-B217-5FAFE9339D99}" dt="2025-12-18T16:17:58.622" v="969" actId="1076"/>
        <pc:sldMkLst>
          <pc:docMk/>
          <pc:sldMk cId="2726589019" sldId="279"/>
        </pc:sldMkLst>
        <pc:spChg chg="add mod">
          <ac:chgData name="varshini suresh" userId="62aadeec3c6ee37d" providerId="LiveId" clId="{00D474A7-5F7A-42D2-B217-5FAFE9339D99}" dt="2025-12-18T16:17:58.622" v="969" actId="1076"/>
          <ac:spMkLst>
            <pc:docMk/>
            <pc:sldMk cId="2726589019" sldId="279"/>
            <ac:spMk id="5" creationId="{DB6B5AB3-FF35-5E18-D5D1-AB08B5D52D7E}"/>
          </ac:spMkLst>
        </pc:spChg>
        <pc:picChg chg="add mod">
          <ac:chgData name="varshini suresh" userId="62aadeec3c6ee37d" providerId="LiveId" clId="{00D474A7-5F7A-42D2-B217-5FAFE9339D99}" dt="2025-12-18T16:17:54.210" v="968" actId="1076"/>
          <ac:picMkLst>
            <pc:docMk/>
            <pc:sldMk cId="2726589019" sldId="279"/>
            <ac:picMk id="3" creationId="{3CF51F11-D8FD-92BB-502F-EC074546122A}"/>
          </ac:picMkLst>
        </pc:picChg>
      </pc:sldChg>
      <pc:sldChg chg="addSp modSp new mod">
        <pc:chgData name="varshini suresh" userId="62aadeec3c6ee37d" providerId="LiveId" clId="{00D474A7-5F7A-42D2-B217-5FAFE9339D99}" dt="2025-12-18T16:19:24.610" v="983" actId="207"/>
        <pc:sldMkLst>
          <pc:docMk/>
          <pc:sldMk cId="1091321825" sldId="280"/>
        </pc:sldMkLst>
        <pc:spChg chg="add mod">
          <ac:chgData name="varshini suresh" userId="62aadeec3c6ee37d" providerId="LiveId" clId="{00D474A7-5F7A-42D2-B217-5FAFE9339D99}" dt="2025-12-18T16:19:24.610" v="983" actId="207"/>
          <ac:spMkLst>
            <pc:docMk/>
            <pc:sldMk cId="1091321825" sldId="280"/>
            <ac:spMk id="5" creationId="{12FABD5A-0615-CAA5-A521-B4ACE6EBC0D7}"/>
          </ac:spMkLst>
        </pc:spChg>
        <pc:picChg chg="add mod">
          <ac:chgData name="varshini suresh" userId="62aadeec3c6ee37d" providerId="LiveId" clId="{00D474A7-5F7A-42D2-B217-5FAFE9339D99}" dt="2025-12-18T16:18:44.570" v="978" actId="14100"/>
          <ac:picMkLst>
            <pc:docMk/>
            <pc:sldMk cId="1091321825" sldId="280"/>
            <ac:picMk id="3" creationId="{BE3BA3DB-6A5A-E372-A21B-B9C2BA146E6E}"/>
          </ac:picMkLst>
        </pc:picChg>
      </pc:sldChg>
      <pc:sldChg chg="new del">
        <pc:chgData name="varshini suresh" userId="62aadeec3c6ee37d" providerId="LiveId" clId="{00D474A7-5F7A-42D2-B217-5FAFE9339D99}" dt="2025-12-18T09:01:25.591" v="299" actId="47"/>
        <pc:sldMkLst>
          <pc:docMk/>
          <pc:sldMk cId="2171484726" sldId="280"/>
        </pc:sldMkLst>
      </pc:sldChg>
      <pc:sldChg chg="new del">
        <pc:chgData name="varshini suresh" userId="62aadeec3c6ee37d" providerId="LiveId" clId="{00D474A7-5F7A-42D2-B217-5FAFE9339D99}" dt="2025-12-18T09:01:25.563" v="298" actId="47"/>
        <pc:sldMkLst>
          <pc:docMk/>
          <pc:sldMk cId="1383135292" sldId="281"/>
        </pc:sldMkLst>
      </pc:sldChg>
      <pc:sldChg chg="addSp modSp new del mod">
        <pc:chgData name="varshini suresh" userId="62aadeec3c6ee37d" providerId="LiveId" clId="{00D474A7-5F7A-42D2-B217-5FAFE9339D99}" dt="2025-12-18T16:20:47.451" v="992" actId="47"/>
        <pc:sldMkLst>
          <pc:docMk/>
          <pc:sldMk cId="2469146647" sldId="281"/>
        </pc:sldMkLst>
        <pc:picChg chg="add mod">
          <ac:chgData name="varshini suresh" userId="62aadeec3c6ee37d" providerId="LiveId" clId="{00D474A7-5F7A-42D2-B217-5FAFE9339D99}" dt="2025-12-18T16:20:29.218" v="991" actId="14100"/>
          <ac:picMkLst>
            <pc:docMk/>
            <pc:sldMk cId="2469146647" sldId="281"/>
            <ac:picMk id="3" creationId="{E56FF40A-CE78-1FC8-A064-A063322944E0}"/>
          </ac:picMkLst>
        </pc:picChg>
      </pc:sldChg>
      <pc:sldChg chg="addSp delSp modSp new mod">
        <pc:chgData name="varshini suresh" userId="62aadeec3c6ee37d" providerId="LiveId" clId="{00D474A7-5F7A-42D2-B217-5FAFE9339D99}" dt="2025-12-18T16:22:07.610" v="1006" actId="1076"/>
        <pc:sldMkLst>
          <pc:docMk/>
          <pc:sldMk cId="4234789947" sldId="281"/>
        </pc:sldMkLst>
        <pc:spChg chg="add mod">
          <ac:chgData name="varshini suresh" userId="62aadeec3c6ee37d" providerId="LiveId" clId="{00D474A7-5F7A-42D2-B217-5FAFE9339D99}" dt="2025-12-18T16:22:07.610" v="1006" actId="1076"/>
          <ac:spMkLst>
            <pc:docMk/>
            <pc:sldMk cId="4234789947" sldId="281"/>
            <ac:spMk id="7" creationId="{38897EE0-18C3-349A-7EDB-A4FC5F75C36F}"/>
          </ac:spMkLst>
        </pc:spChg>
        <pc:picChg chg="add mod">
          <ac:chgData name="varshini suresh" userId="62aadeec3c6ee37d" providerId="LiveId" clId="{00D474A7-5F7A-42D2-B217-5FAFE9339D99}" dt="2025-12-18T16:21:25.602" v="1001" actId="14100"/>
          <ac:picMkLst>
            <pc:docMk/>
            <pc:sldMk cId="4234789947" sldId="281"/>
            <ac:picMk id="3" creationId="{650B02B2-D532-8E39-6362-44E2EF9C47A6}"/>
          </ac:picMkLst>
        </pc:picChg>
        <pc:picChg chg="add del mod">
          <ac:chgData name="varshini suresh" userId="62aadeec3c6ee37d" providerId="LiveId" clId="{00D474A7-5F7A-42D2-B217-5FAFE9339D99}" dt="2025-12-18T16:21:22.415" v="1000" actId="478"/>
          <ac:picMkLst>
            <pc:docMk/>
            <pc:sldMk cId="4234789947" sldId="281"/>
            <ac:picMk id="5" creationId="{E63971FF-4935-8AA0-64FF-BBA19084024D}"/>
          </ac:picMkLst>
        </pc:picChg>
      </pc:sldChg>
      <pc:sldChg chg="new del">
        <pc:chgData name="varshini suresh" userId="62aadeec3c6ee37d" providerId="LiveId" clId="{00D474A7-5F7A-42D2-B217-5FAFE9339D99}" dt="2025-12-18T09:01:25.529" v="297" actId="47"/>
        <pc:sldMkLst>
          <pc:docMk/>
          <pc:sldMk cId="3154119246" sldId="282"/>
        </pc:sldMkLst>
      </pc:sldChg>
      <pc:sldChg chg="addSp modSp new mod">
        <pc:chgData name="varshini suresh" userId="62aadeec3c6ee37d" providerId="LiveId" clId="{00D474A7-5F7A-42D2-B217-5FAFE9339D99}" dt="2025-12-18T16:23:49.197" v="1016" actId="207"/>
        <pc:sldMkLst>
          <pc:docMk/>
          <pc:sldMk cId="3608279531" sldId="282"/>
        </pc:sldMkLst>
        <pc:spChg chg="add mod">
          <ac:chgData name="varshini suresh" userId="62aadeec3c6ee37d" providerId="LiveId" clId="{00D474A7-5F7A-42D2-B217-5FAFE9339D99}" dt="2025-12-18T16:23:49.197" v="1016" actId="207"/>
          <ac:spMkLst>
            <pc:docMk/>
            <pc:sldMk cId="3608279531" sldId="282"/>
            <ac:spMk id="5" creationId="{C64CEBA6-D54F-8E5A-B764-95105BCF6921}"/>
          </ac:spMkLst>
        </pc:spChg>
        <pc:picChg chg="add mod">
          <ac:chgData name="varshini suresh" userId="62aadeec3c6ee37d" providerId="LiveId" clId="{00D474A7-5F7A-42D2-B217-5FAFE9339D99}" dt="2025-12-18T16:23:06.978" v="1010" actId="14100"/>
          <ac:picMkLst>
            <pc:docMk/>
            <pc:sldMk cId="3608279531" sldId="282"/>
            <ac:picMk id="3" creationId="{0BEE6F2C-9446-22E3-4806-36010065F851}"/>
          </ac:picMkLst>
        </pc:picChg>
      </pc:sldChg>
      <pc:sldChg chg="addSp modSp new mod">
        <pc:chgData name="varshini suresh" userId="62aadeec3c6ee37d" providerId="LiveId" clId="{00D474A7-5F7A-42D2-B217-5FAFE9339D99}" dt="2025-12-18T16:24:56.810" v="1024" actId="255"/>
        <pc:sldMkLst>
          <pc:docMk/>
          <pc:sldMk cId="2012666749" sldId="283"/>
        </pc:sldMkLst>
        <pc:spChg chg="add mod">
          <ac:chgData name="varshini suresh" userId="62aadeec3c6ee37d" providerId="LiveId" clId="{00D474A7-5F7A-42D2-B217-5FAFE9339D99}" dt="2025-12-18T16:24:56.810" v="1024" actId="255"/>
          <ac:spMkLst>
            <pc:docMk/>
            <pc:sldMk cId="2012666749" sldId="283"/>
            <ac:spMk id="3" creationId="{653C613A-6A47-7F23-3758-DEBDC3D90D4C}"/>
          </ac:spMkLst>
        </pc:spChg>
        <pc:picChg chg="add mod">
          <ac:chgData name="varshini suresh" userId="62aadeec3c6ee37d" providerId="LiveId" clId="{00D474A7-5F7A-42D2-B217-5FAFE9339D99}" dt="2025-12-18T16:24:48.213" v="1022" actId="14100"/>
          <ac:picMkLst>
            <pc:docMk/>
            <pc:sldMk cId="2012666749" sldId="283"/>
            <ac:picMk id="5" creationId="{A677F984-E220-9820-2179-EF73D084C05C}"/>
          </ac:picMkLst>
        </pc:picChg>
      </pc:sldChg>
      <pc:sldChg chg="new del">
        <pc:chgData name="varshini suresh" userId="62aadeec3c6ee37d" providerId="LiveId" clId="{00D474A7-5F7A-42D2-B217-5FAFE9339D99}" dt="2025-12-18T09:01:25.498" v="296" actId="47"/>
        <pc:sldMkLst>
          <pc:docMk/>
          <pc:sldMk cId="3796725341" sldId="283"/>
        </pc:sldMkLst>
      </pc:sldChg>
      <pc:sldChg chg="addSp modSp new mod">
        <pc:chgData name="varshini suresh" userId="62aadeec3c6ee37d" providerId="LiveId" clId="{00D474A7-5F7A-42D2-B217-5FAFE9339D99}" dt="2025-12-18T16:32:18.980" v="1035" actId="14100"/>
        <pc:sldMkLst>
          <pc:docMk/>
          <pc:sldMk cId="2365044231" sldId="284"/>
        </pc:sldMkLst>
        <pc:spChg chg="add mod">
          <ac:chgData name="varshini suresh" userId="62aadeec3c6ee37d" providerId="LiveId" clId="{00D474A7-5F7A-42D2-B217-5FAFE9339D99}" dt="2025-12-18T16:32:18.980" v="1035" actId="14100"/>
          <ac:spMkLst>
            <pc:docMk/>
            <pc:sldMk cId="2365044231" sldId="284"/>
            <ac:spMk id="5" creationId="{3AC2E08E-180F-7297-A833-07B0EC2AD489}"/>
          </ac:spMkLst>
        </pc:spChg>
        <pc:picChg chg="add mod">
          <ac:chgData name="varshini suresh" userId="62aadeec3c6ee37d" providerId="LiveId" clId="{00D474A7-5F7A-42D2-B217-5FAFE9339D99}" dt="2025-12-18T16:31:25.280" v="1028" actId="14100"/>
          <ac:picMkLst>
            <pc:docMk/>
            <pc:sldMk cId="2365044231" sldId="284"/>
            <ac:picMk id="3" creationId="{FD56F9C2-9D4C-C973-FA3F-490BFD2A9E98}"/>
          </ac:picMkLst>
        </pc:picChg>
      </pc:sldChg>
      <pc:sldChg chg="new del">
        <pc:chgData name="varshini suresh" userId="62aadeec3c6ee37d" providerId="LiveId" clId="{00D474A7-5F7A-42D2-B217-5FAFE9339D99}" dt="2025-12-18T09:01:25.471" v="295" actId="47"/>
        <pc:sldMkLst>
          <pc:docMk/>
          <pc:sldMk cId="3343365476" sldId="284"/>
        </pc:sldMkLst>
      </pc:sldChg>
      <pc:sldChg chg="new del">
        <pc:chgData name="varshini suresh" userId="62aadeec3c6ee37d" providerId="LiveId" clId="{00D474A7-5F7A-42D2-B217-5FAFE9339D99}" dt="2025-12-18T09:01:25.446" v="294" actId="47"/>
        <pc:sldMkLst>
          <pc:docMk/>
          <pc:sldMk cId="237786303" sldId="285"/>
        </pc:sldMkLst>
      </pc:sldChg>
      <pc:sldChg chg="addSp modSp new mod">
        <pc:chgData name="varshini suresh" userId="62aadeec3c6ee37d" providerId="LiveId" clId="{00D474A7-5F7A-42D2-B217-5FAFE9339D99}" dt="2025-12-18T16:37:09.003" v="1044" actId="207"/>
        <pc:sldMkLst>
          <pc:docMk/>
          <pc:sldMk cId="3108518106" sldId="285"/>
        </pc:sldMkLst>
        <pc:spChg chg="add mod">
          <ac:chgData name="varshini suresh" userId="62aadeec3c6ee37d" providerId="LiveId" clId="{00D474A7-5F7A-42D2-B217-5FAFE9339D99}" dt="2025-12-18T16:37:09.003" v="1044" actId="207"/>
          <ac:spMkLst>
            <pc:docMk/>
            <pc:sldMk cId="3108518106" sldId="285"/>
            <ac:spMk id="5" creationId="{20D7E3D0-13FB-3D64-8DBB-D9768FD4A3D8}"/>
          </ac:spMkLst>
        </pc:spChg>
        <pc:picChg chg="add mod">
          <ac:chgData name="varshini suresh" userId="62aadeec3c6ee37d" providerId="LiveId" clId="{00D474A7-5F7A-42D2-B217-5FAFE9339D99}" dt="2025-12-18T16:36:32.583" v="1039" actId="14100"/>
          <ac:picMkLst>
            <pc:docMk/>
            <pc:sldMk cId="3108518106" sldId="285"/>
            <ac:picMk id="3" creationId="{13DC3A0C-C078-B572-FE4D-DA208D1826D0}"/>
          </ac:picMkLst>
        </pc:picChg>
      </pc:sldChg>
      <pc:sldChg chg="addSp modSp new mod">
        <pc:chgData name="varshini suresh" userId="62aadeec3c6ee37d" providerId="LiveId" clId="{00D474A7-5F7A-42D2-B217-5FAFE9339D99}" dt="2025-12-18T16:38:33.280" v="1053" actId="1076"/>
        <pc:sldMkLst>
          <pc:docMk/>
          <pc:sldMk cId="276928068" sldId="286"/>
        </pc:sldMkLst>
        <pc:spChg chg="add mod">
          <ac:chgData name="varshini suresh" userId="62aadeec3c6ee37d" providerId="LiveId" clId="{00D474A7-5F7A-42D2-B217-5FAFE9339D99}" dt="2025-12-18T16:38:33.280" v="1053" actId="1076"/>
          <ac:spMkLst>
            <pc:docMk/>
            <pc:sldMk cId="276928068" sldId="286"/>
            <ac:spMk id="5" creationId="{86148828-ADA0-F15E-7BAB-F5E1139B3814}"/>
          </ac:spMkLst>
        </pc:spChg>
        <pc:picChg chg="add mod">
          <ac:chgData name="varshini suresh" userId="62aadeec3c6ee37d" providerId="LiveId" clId="{00D474A7-5F7A-42D2-B217-5FAFE9339D99}" dt="2025-12-18T16:37:28.237" v="1048" actId="14100"/>
          <ac:picMkLst>
            <pc:docMk/>
            <pc:sldMk cId="276928068" sldId="286"/>
            <ac:picMk id="3" creationId="{852677BE-C99F-4C0B-D764-862BB54E242D}"/>
          </ac:picMkLst>
        </pc:picChg>
      </pc:sldChg>
      <pc:sldChg chg="new del">
        <pc:chgData name="varshini suresh" userId="62aadeec3c6ee37d" providerId="LiveId" clId="{00D474A7-5F7A-42D2-B217-5FAFE9339D99}" dt="2025-12-18T09:01:25.413" v="293" actId="47"/>
        <pc:sldMkLst>
          <pc:docMk/>
          <pc:sldMk cId="3609031650" sldId="286"/>
        </pc:sldMkLst>
      </pc:sldChg>
      <pc:sldChg chg="addSp modSp new mod">
        <pc:chgData name="varshini suresh" userId="62aadeec3c6ee37d" providerId="LiveId" clId="{00D474A7-5F7A-42D2-B217-5FAFE9339D99}" dt="2025-12-18T16:39:39.364" v="1063" actId="207"/>
        <pc:sldMkLst>
          <pc:docMk/>
          <pc:sldMk cId="463914622" sldId="287"/>
        </pc:sldMkLst>
        <pc:spChg chg="add mod">
          <ac:chgData name="varshini suresh" userId="62aadeec3c6ee37d" providerId="LiveId" clId="{00D474A7-5F7A-42D2-B217-5FAFE9339D99}" dt="2025-12-18T16:39:39.364" v="1063" actId="207"/>
          <ac:spMkLst>
            <pc:docMk/>
            <pc:sldMk cId="463914622" sldId="287"/>
            <ac:spMk id="5" creationId="{4522FEF3-05E9-B66B-E474-BD83324A767C}"/>
          </ac:spMkLst>
        </pc:spChg>
        <pc:picChg chg="add mod">
          <ac:chgData name="varshini suresh" userId="62aadeec3c6ee37d" providerId="LiveId" clId="{00D474A7-5F7A-42D2-B217-5FAFE9339D99}" dt="2025-12-18T16:39:03.310" v="1058" actId="14100"/>
          <ac:picMkLst>
            <pc:docMk/>
            <pc:sldMk cId="463914622" sldId="287"/>
            <ac:picMk id="3" creationId="{957D22D5-D84A-660C-AA37-F1FBAC28DB43}"/>
          </ac:picMkLst>
        </pc:picChg>
      </pc:sldChg>
      <pc:sldChg chg="new del">
        <pc:chgData name="varshini suresh" userId="62aadeec3c6ee37d" providerId="LiveId" clId="{00D474A7-5F7A-42D2-B217-5FAFE9339D99}" dt="2025-12-18T09:01:25.379" v="292" actId="47"/>
        <pc:sldMkLst>
          <pc:docMk/>
          <pc:sldMk cId="2180035768" sldId="287"/>
        </pc:sldMkLst>
      </pc:sldChg>
      <pc:sldChg chg="new del">
        <pc:chgData name="varshini suresh" userId="62aadeec3c6ee37d" providerId="LiveId" clId="{00D474A7-5F7A-42D2-B217-5FAFE9339D99}" dt="2025-12-18T09:01:25.355" v="291" actId="47"/>
        <pc:sldMkLst>
          <pc:docMk/>
          <pc:sldMk cId="521001966" sldId="288"/>
        </pc:sldMkLst>
      </pc:sldChg>
      <pc:sldChg chg="addSp modSp new mod">
        <pc:chgData name="varshini suresh" userId="62aadeec3c6ee37d" providerId="LiveId" clId="{00D474A7-5F7A-42D2-B217-5FAFE9339D99}" dt="2025-12-18T16:41:25.589" v="1075" actId="1076"/>
        <pc:sldMkLst>
          <pc:docMk/>
          <pc:sldMk cId="1715138551" sldId="288"/>
        </pc:sldMkLst>
        <pc:spChg chg="add mod">
          <ac:chgData name="varshini suresh" userId="62aadeec3c6ee37d" providerId="LiveId" clId="{00D474A7-5F7A-42D2-B217-5FAFE9339D99}" dt="2025-12-18T16:41:25.589" v="1075" actId="1076"/>
          <ac:spMkLst>
            <pc:docMk/>
            <pc:sldMk cId="1715138551" sldId="288"/>
            <ac:spMk id="5" creationId="{62335390-6B85-9960-D703-DBCC0885F8A3}"/>
          </ac:spMkLst>
        </pc:spChg>
        <pc:picChg chg="add mod">
          <ac:chgData name="varshini suresh" userId="62aadeec3c6ee37d" providerId="LiveId" clId="{00D474A7-5F7A-42D2-B217-5FAFE9339D99}" dt="2025-12-18T16:41:20.211" v="1074" actId="14100"/>
          <ac:picMkLst>
            <pc:docMk/>
            <pc:sldMk cId="1715138551" sldId="288"/>
            <ac:picMk id="3" creationId="{3A44B1C2-22E3-8F21-2C06-E38919507EF8}"/>
          </ac:picMkLst>
        </pc:picChg>
      </pc:sldChg>
      <pc:sldChg chg="new del">
        <pc:chgData name="varshini suresh" userId="62aadeec3c6ee37d" providerId="LiveId" clId="{00D474A7-5F7A-42D2-B217-5FAFE9339D99}" dt="2025-12-18T09:01:25.322" v="290" actId="47"/>
        <pc:sldMkLst>
          <pc:docMk/>
          <pc:sldMk cId="931389633" sldId="289"/>
        </pc:sldMkLst>
      </pc:sldChg>
      <pc:sldChg chg="addSp modSp new mod">
        <pc:chgData name="varshini suresh" userId="62aadeec3c6ee37d" providerId="LiveId" clId="{00D474A7-5F7A-42D2-B217-5FAFE9339D99}" dt="2025-12-18T16:44:30.637" v="1107" actId="14100"/>
        <pc:sldMkLst>
          <pc:docMk/>
          <pc:sldMk cId="1664107028" sldId="289"/>
        </pc:sldMkLst>
        <pc:spChg chg="add mod">
          <ac:chgData name="varshini suresh" userId="62aadeec3c6ee37d" providerId="LiveId" clId="{00D474A7-5F7A-42D2-B217-5FAFE9339D99}" dt="2025-12-18T16:44:26.210" v="1106" actId="1076"/>
          <ac:spMkLst>
            <pc:docMk/>
            <pc:sldMk cId="1664107028" sldId="289"/>
            <ac:spMk id="5" creationId="{3E9E6309-5399-2107-C515-0C50F9CE770B}"/>
          </ac:spMkLst>
        </pc:spChg>
        <pc:picChg chg="add mod">
          <ac:chgData name="varshini suresh" userId="62aadeec3c6ee37d" providerId="LiveId" clId="{00D474A7-5F7A-42D2-B217-5FAFE9339D99}" dt="2025-12-18T16:44:30.637" v="1107" actId="14100"/>
          <ac:picMkLst>
            <pc:docMk/>
            <pc:sldMk cId="1664107028" sldId="289"/>
            <ac:picMk id="3" creationId="{B3C40818-D8EE-820E-5C72-1815614109A1}"/>
          </ac:picMkLst>
        </pc:picChg>
      </pc:sldChg>
      <pc:sldChg chg="new del">
        <pc:chgData name="varshini suresh" userId="62aadeec3c6ee37d" providerId="LiveId" clId="{00D474A7-5F7A-42D2-B217-5FAFE9339D99}" dt="2025-12-18T09:01:25.296" v="289" actId="47"/>
        <pc:sldMkLst>
          <pc:docMk/>
          <pc:sldMk cId="2966392723" sldId="290"/>
        </pc:sldMkLst>
      </pc:sldChg>
      <pc:sldChg chg="addSp modSp new mod">
        <pc:chgData name="varshini suresh" userId="62aadeec3c6ee37d" providerId="LiveId" clId="{00D474A7-5F7A-42D2-B217-5FAFE9339D99}" dt="2025-12-18T16:48:38.297" v="1118" actId="1076"/>
        <pc:sldMkLst>
          <pc:docMk/>
          <pc:sldMk cId="4017580764" sldId="290"/>
        </pc:sldMkLst>
        <pc:spChg chg="add mod">
          <ac:chgData name="varshini suresh" userId="62aadeec3c6ee37d" providerId="LiveId" clId="{00D474A7-5F7A-42D2-B217-5FAFE9339D99}" dt="2025-12-18T16:48:38.297" v="1118" actId="1076"/>
          <ac:spMkLst>
            <pc:docMk/>
            <pc:sldMk cId="4017580764" sldId="290"/>
            <ac:spMk id="5" creationId="{9A3FD412-7868-88C1-62B2-F238DFC789A8}"/>
          </ac:spMkLst>
        </pc:spChg>
        <pc:picChg chg="add mod">
          <ac:chgData name="varshini suresh" userId="62aadeec3c6ee37d" providerId="LiveId" clId="{00D474A7-5F7A-42D2-B217-5FAFE9339D99}" dt="2025-12-18T16:48:34.614" v="1117" actId="14100"/>
          <ac:picMkLst>
            <pc:docMk/>
            <pc:sldMk cId="4017580764" sldId="290"/>
            <ac:picMk id="3" creationId="{E1F3AFE4-9507-BE7E-9829-C220A87D0C33}"/>
          </ac:picMkLst>
        </pc:picChg>
      </pc:sldChg>
      <pc:sldChg chg="new del">
        <pc:chgData name="varshini suresh" userId="62aadeec3c6ee37d" providerId="LiveId" clId="{00D474A7-5F7A-42D2-B217-5FAFE9339D99}" dt="2025-12-18T09:01:25.263" v="288" actId="47"/>
        <pc:sldMkLst>
          <pc:docMk/>
          <pc:sldMk cId="1548176557" sldId="291"/>
        </pc:sldMkLst>
      </pc:sldChg>
      <pc:sldChg chg="addSp modSp new mod">
        <pc:chgData name="varshini suresh" userId="62aadeec3c6ee37d" providerId="LiveId" clId="{00D474A7-5F7A-42D2-B217-5FAFE9339D99}" dt="2025-12-18T16:50:42.529" v="1131" actId="14100"/>
        <pc:sldMkLst>
          <pc:docMk/>
          <pc:sldMk cId="2504697958" sldId="291"/>
        </pc:sldMkLst>
        <pc:spChg chg="add mod">
          <ac:chgData name="varshini suresh" userId="62aadeec3c6ee37d" providerId="LiveId" clId="{00D474A7-5F7A-42D2-B217-5FAFE9339D99}" dt="2025-12-18T16:50:33.185" v="1130" actId="14100"/>
          <ac:spMkLst>
            <pc:docMk/>
            <pc:sldMk cId="2504697958" sldId="291"/>
            <ac:spMk id="5" creationId="{4EC17E43-67E6-F06E-EFF6-EEE4C511C208}"/>
          </ac:spMkLst>
        </pc:spChg>
        <pc:picChg chg="add mod">
          <ac:chgData name="varshini suresh" userId="62aadeec3c6ee37d" providerId="LiveId" clId="{00D474A7-5F7A-42D2-B217-5FAFE9339D99}" dt="2025-12-18T16:50:42.529" v="1131" actId="14100"/>
          <ac:picMkLst>
            <pc:docMk/>
            <pc:sldMk cId="2504697958" sldId="291"/>
            <ac:picMk id="3" creationId="{05C7EE94-2532-29CF-56C1-06EBECCA66C8}"/>
          </ac:picMkLst>
        </pc:picChg>
      </pc:sldChg>
      <pc:sldChg chg="new del">
        <pc:chgData name="varshini suresh" userId="62aadeec3c6ee37d" providerId="LiveId" clId="{00D474A7-5F7A-42D2-B217-5FAFE9339D99}" dt="2025-12-18T09:01:25.230" v="287" actId="47"/>
        <pc:sldMkLst>
          <pc:docMk/>
          <pc:sldMk cId="1421670839" sldId="292"/>
        </pc:sldMkLst>
      </pc:sldChg>
      <pc:sldChg chg="addSp modSp new mod">
        <pc:chgData name="varshini suresh" userId="62aadeec3c6ee37d" providerId="LiveId" clId="{00D474A7-5F7A-42D2-B217-5FAFE9339D99}" dt="2025-12-18T16:52:08.567" v="1140" actId="207"/>
        <pc:sldMkLst>
          <pc:docMk/>
          <pc:sldMk cId="2608155252" sldId="292"/>
        </pc:sldMkLst>
        <pc:spChg chg="add mod">
          <ac:chgData name="varshini suresh" userId="62aadeec3c6ee37d" providerId="LiveId" clId="{00D474A7-5F7A-42D2-B217-5FAFE9339D99}" dt="2025-12-18T16:52:08.567" v="1140" actId="207"/>
          <ac:spMkLst>
            <pc:docMk/>
            <pc:sldMk cId="2608155252" sldId="292"/>
            <ac:spMk id="5" creationId="{08FA91AC-AE36-2D58-A1D8-6354757C7C52}"/>
          </ac:spMkLst>
        </pc:spChg>
        <pc:picChg chg="add mod">
          <ac:chgData name="varshini suresh" userId="62aadeec3c6ee37d" providerId="LiveId" clId="{00D474A7-5F7A-42D2-B217-5FAFE9339D99}" dt="2025-12-18T16:51:11.172" v="1135" actId="14100"/>
          <ac:picMkLst>
            <pc:docMk/>
            <pc:sldMk cId="2608155252" sldId="292"/>
            <ac:picMk id="3" creationId="{0BDFCCDD-B681-E70F-D4D9-E5FA5A54841D}"/>
          </ac:picMkLst>
        </pc:picChg>
      </pc:sldChg>
      <pc:sldChg chg="new del">
        <pc:chgData name="varshini suresh" userId="62aadeec3c6ee37d" providerId="LiveId" clId="{00D474A7-5F7A-42D2-B217-5FAFE9339D99}" dt="2025-12-18T09:01:25.203" v="286" actId="47"/>
        <pc:sldMkLst>
          <pc:docMk/>
          <pc:sldMk cId="3831020867" sldId="293"/>
        </pc:sldMkLst>
      </pc:sldChg>
      <pc:sldChg chg="addSp modSp new mod">
        <pc:chgData name="varshini suresh" userId="62aadeec3c6ee37d" providerId="LiveId" clId="{00D474A7-5F7A-42D2-B217-5FAFE9339D99}" dt="2025-12-18T16:53:14.752" v="1150" actId="1076"/>
        <pc:sldMkLst>
          <pc:docMk/>
          <pc:sldMk cId="4123698659" sldId="293"/>
        </pc:sldMkLst>
        <pc:spChg chg="add mod">
          <ac:chgData name="varshini suresh" userId="62aadeec3c6ee37d" providerId="LiveId" clId="{00D474A7-5F7A-42D2-B217-5FAFE9339D99}" dt="2025-12-18T16:53:14.752" v="1150" actId="1076"/>
          <ac:spMkLst>
            <pc:docMk/>
            <pc:sldMk cId="4123698659" sldId="293"/>
            <ac:spMk id="5" creationId="{4990949C-1CC5-478A-8022-A27FC27EB4F8}"/>
          </ac:spMkLst>
        </pc:spChg>
        <pc:picChg chg="add mod">
          <ac:chgData name="varshini suresh" userId="62aadeec3c6ee37d" providerId="LiveId" clId="{00D474A7-5F7A-42D2-B217-5FAFE9339D99}" dt="2025-12-18T16:52:42.345" v="1145" actId="14100"/>
          <ac:picMkLst>
            <pc:docMk/>
            <pc:sldMk cId="4123698659" sldId="293"/>
            <ac:picMk id="3" creationId="{12EB9EBD-B9EB-89E2-1D9A-8B55357F39A3}"/>
          </ac:picMkLst>
        </pc:picChg>
      </pc:sldChg>
      <pc:sldChg chg="new del">
        <pc:chgData name="varshini suresh" userId="62aadeec3c6ee37d" providerId="LiveId" clId="{00D474A7-5F7A-42D2-B217-5FAFE9339D99}" dt="2025-12-18T09:01:25.171" v="285" actId="47"/>
        <pc:sldMkLst>
          <pc:docMk/>
          <pc:sldMk cId="540940176" sldId="294"/>
        </pc:sldMkLst>
      </pc:sldChg>
      <pc:sldChg chg="addSp modSp new mod">
        <pc:chgData name="varshini suresh" userId="62aadeec3c6ee37d" providerId="LiveId" clId="{00D474A7-5F7A-42D2-B217-5FAFE9339D99}" dt="2025-12-18T16:54:27.446" v="1159" actId="1076"/>
        <pc:sldMkLst>
          <pc:docMk/>
          <pc:sldMk cId="2929323699" sldId="294"/>
        </pc:sldMkLst>
        <pc:spChg chg="add mod">
          <ac:chgData name="varshini suresh" userId="62aadeec3c6ee37d" providerId="LiveId" clId="{00D474A7-5F7A-42D2-B217-5FAFE9339D99}" dt="2025-12-18T16:54:27.446" v="1159" actId="1076"/>
          <ac:spMkLst>
            <pc:docMk/>
            <pc:sldMk cId="2929323699" sldId="294"/>
            <ac:spMk id="5" creationId="{858C19F9-2129-FB83-F099-31E6D0F789A5}"/>
          </ac:spMkLst>
        </pc:spChg>
        <pc:picChg chg="add mod">
          <ac:chgData name="varshini suresh" userId="62aadeec3c6ee37d" providerId="LiveId" clId="{00D474A7-5F7A-42D2-B217-5FAFE9339D99}" dt="2025-12-18T16:53:59.577" v="1154" actId="14100"/>
          <ac:picMkLst>
            <pc:docMk/>
            <pc:sldMk cId="2929323699" sldId="294"/>
            <ac:picMk id="3" creationId="{BF26B440-3548-A10A-F086-C29FB36AAF26}"/>
          </ac:picMkLst>
        </pc:picChg>
      </pc:sldChg>
      <pc:sldChg chg="addSp modSp new mod">
        <pc:chgData name="varshini suresh" userId="62aadeec3c6ee37d" providerId="LiveId" clId="{00D474A7-5F7A-42D2-B217-5FAFE9339D99}" dt="2025-12-18T17:44:26.361" v="1209"/>
        <pc:sldMkLst>
          <pc:docMk/>
          <pc:sldMk cId="2528171640" sldId="295"/>
        </pc:sldMkLst>
        <pc:spChg chg="add mod">
          <ac:chgData name="varshini suresh" userId="62aadeec3c6ee37d" providerId="LiveId" clId="{00D474A7-5F7A-42D2-B217-5FAFE9339D99}" dt="2025-12-18T16:55:03.366" v="1163" actId="255"/>
          <ac:spMkLst>
            <pc:docMk/>
            <pc:sldMk cId="2528171640" sldId="295"/>
            <ac:spMk id="3" creationId="{1CD32FB1-0F07-CADF-0BA8-D4CBC5A701C6}"/>
          </ac:spMkLst>
        </pc:spChg>
        <pc:spChg chg="add mod">
          <ac:chgData name="varshini suresh" userId="62aadeec3c6ee37d" providerId="LiveId" clId="{00D474A7-5F7A-42D2-B217-5FAFE9339D99}" dt="2025-12-18T17:06:43.602" v="1169"/>
          <ac:spMkLst>
            <pc:docMk/>
            <pc:sldMk cId="2528171640" sldId="295"/>
            <ac:spMk id="5" creationId="{CD2CC407-14BC-33DF-02E2-C674D5EB254C}"/>
          </ac:spMkLst>
        </pc:spChg>
        <pc:spChg chg="add mod">
          <ac:chgData name="varshini suresh" userId="62aadeec3c6ee37d" providerId="LiveId" clId="{00D474A7-5F7A-42D2-B217-5FAFE9339D99}" dt="2025-12-18T17:44:26.361" v="1209"/>
          <ac:spMkLst>
            <pc:docMk/>
            <pc:sldMk cId="2528171640" sldId="295"/>
            <ac:spMk id="7" creationId="{67917C10-F3F2-2C82-388D-FDBDB519CBEF}"/>
          </ac:spMkLst>
        </pc:spChg>
      </pc:sldChg>
      <pc:sldChg chg="new del">
        <pc:chgData name="varshini suresh" userId="62aadeec3c6ee37d" providerId="LiveId" clId="{00D474A7-5F7A-42D2-B217-5FAFE9339D99}" dt="2025-12-18T09:01:25.138" v="284" actId="47"/>
        <pc:sldMkLst>
          <pc:docMk/>
          <pc:sldMk cId="3916378974" sldId="295"/>
        </pc:sldMkLst>
      </pc:sldChg>
      <pc:sldChg chg="addSp modSp new mod">
        <pc:chgData name="varshini suresh" userId="62aadeec3c6ee37d" providerId="LiveId" clId="{00D474A7-5F7A-42D2-B217-5FAFE9339D99}" dt="2025-12-18T17:44:10.510" v="1206" actId="14100"/>
        <pc:sldMkLst>
          <pc:docMk/>
          <pc:sldMk cId="737378794" sldId="296"/>
        </pc:sldMkLst>
        <pc:spChg chg="add mod">
          <ac:chgData name="varshini suresh" userId="62aadeec3c6ee37d" providerId="LiveId" clId="{00D474A7-5F7A-42D2-B217-5FAFE9339D99}" dt="2025-12-18T17:44:10.510" v="1206" actId="14100"/>
          <ac:spMkLst>
            <pc:docMk/>
            <pc:sldMk cId="737378794" sldId="296"/>
            <ac:spMk id="3" creationId="{50963DA1-5719-5BFC-0CEE-524E2B2F64EC}"/>
          </ac:spMkLst>
        </pc:spChg>
      </pc:sldChg>
      <pc:sldChg chg="new del">
        <pc:chgData name="varshini suresh" userId="62aadeec3c6ee37d" providerId="LiveId" clId="{00D474A7-5F7A-42D2-B217-5FAFE9339D99}" dt="2025-12-18T09:01:25.117" v="283" actId="47"/>
        <pc:sldMkLst>
          <pc:docMk/>
          <pc:sldMk cId="1653232847" sldId="296"/>
        </pc:sldMkLst>
      </pc:sldChg>
      <pc:sldChg chg="new del">
        <pc:chgData name="varshini suresh" userId="62aadeec3c6ee37d" providerId="LiveId" clId="{00D474A7-5F7A-42D2-B217-5FAFE9339D99}" dt="2025-12-18T09:01:25.082" v="282" actId="47"/>
        <pc:sldMkLst>
          <pc:docMk/>
          <pc:sldMk cId="1184126106" sldId="297"/>
        </pc:sldMkLst>
      </pc:sldChg>
      <pc:sldChg chg="new del">
        <pc:chgData name="varshini suresh" userId="62aadeec3c6ee37d" providerId="LiveId" clId="{00D474A7-5F7A-42D2-B217-5FAFE9339D99}" dt="2025-12-18T09:01:25.055" v="281" actId="47"/>
        <pc:sldMkLst>
          <pc:docMk/>
          <pc:sldMk cId="1500657555" sldId="298"/>
        </pc:sldMkLst>
      </pc:sldChg>
      <pc:sldChg chg="new del">
        <pc:chgData name="varshini suresh" userId="62aadeec3c6ee37d" providerId="LiveId" clId="{00D474A7-5F7A-42D2-B217-5FAFE9339D99}" dt="2025-12-18T09:01:25.019" v="280" actId="47"/>
        <pc:sldMkLst>
          <pc:docMk/>
          <pc:sldMk cId="2431768563" sldId="299"/>
        </pc:sldMkLst>
      </pc:sldChg>
      <pc:sldChg chg="new del">
        <pc:chgData name="varshini suresh" userId="62aadeec3c6ee37d" providerId="LiveId" clId="{00D474A7-5F7A-42D2-B217-5FAFE9339D99}" dt="2025-12-18T09:01:24.983" v="279" actId="47"/>
        <pc:sldMkLst>
          <pc:docMk/>
          <pc:sldMk cId="3835640173" sldId="300"/>
        </pc:sldMkLst>
      </pc:sldChg>
      <pc:sldChg chg="new del">
        <pc:chgData name="varshini suresh" userId="62aadeec3c6ee37d" providerId="LiveId" clId="{00D474A7-5F7A-42D2-B217-5FAFE9339D99}" dt="2025-12-18T09:01:24.958" v="278" actId="47"/>
        <pc:sldMkLst>
          <pc:docMk/>
          <pc:sldMk cId="1541132840" sldId="301"/>
        </pc:sldMkLst>
      </pc:sldChg>
      <pc:sldChg chg="new del">
        <pc:chgData name="varshini suresh" userId="62aadeec3c6ee37d" providerId="LiveId" clId="{00D474A7-5F7A-42D2-B217-5FAFE9339D99}" dt="2025-12-18T09:01:24.460" v="277" actId="47"/>
        <pc:sldMkLst>
          <pc:docMk/>
          <pc:sldMk cId="191267019" sldId="302"/>
        </pc:sldMkLst>
      </pc:sldChg>
      <pc:sldChg chg="new del">
        <pc:chgData name="varshini suresh" userId="62aadeec3c6ee37d" providerId="LiveId" clId="{00D474A7-5F7A-42D2-B217-5FAFE9339D99}" dt="2025-12-18T09:01:23.979" v="276" actId="47"/>
        <pc:sldMkLst>
          <pc:docMk/>
          <pc:sldMk cId="3165145617" sldId="303"/>
        </pc:sldMkLst>
      </pc:sldChg>
      <pc:sldChg chg="new del">
        <pc:chgData name="varshini suresh" userId="62aadeec3c6ee37d" providerId="LiveId" clId="{00D474A7-5F7A-42D2-B217-5FAFE9339D99}" dt="2025-12-18T09:01:23.948" v="275" actId="47"/>
        <pc:sldMkLst>
          <pc:docMk/>
          <pc:sldMk cId="4286454877" sldId="304"/>
        </pc:sldMkLst>
      </pc:sldChg>
      <pc:sldChg chg="new del">
        <pc:chgData name="varshini suresh" userId="62aadeec3c6ee37d" providerId="LiveId" clId="{00D474A7-5F7A-42D2-B217-5FAFE9339D99}" dt="2025-12-18T09:01:23.922" v="274" actId="47"/>
        <pc:sldMkLst>
          <pc:docMk/>
          <pc:sldMk cId="3002795309" sldId="305"/>
        </pc:sldMkLst>
      </pc:sldChg>
      <pc:sldChg chg="new del">
        <pc:chgData name="varshini suresh" userId="62aadeec3c6ee37d" providerId="LiveId" clId="{00D474A7-5F7A-42D2-B217-5FAFE9339D99}" dt="2025-12-18T09:01:23.888" v="273" actId="47"/>
        <pc:sldMkLst>
          <pc:docMk/>
          <pc:sldMk cId="283420674" sldId="306"/>
        </pc:sldMkLst>
      </pc:sldChg>
      <pc:sldChg chg="new del">
        <pc:chgData name="varshini suresh" userId="62aadeec3c6ee37d" providerId="LiveId" clId="{00D474A7-5F7A-42D2-B217-5FAFE9339D99}" dt="2025-12-18T09:01:23.863" v="272" actId="47"/>
        <pc:sldMkLst>
          <pc:docMk/>
          <pc:sldMk cId="867117259" sldId="307"/>
        </pc:sldMkLst>
      </pc:sldChg>
      <pc:sldChg chg="new del">
        <pc:chgData name="varshini suresh" userId="62aadeec3c6ee37d" providerId="LiveId" clId="{00D474A7-5F7A-42D2-B217-5FAFE9339D99}" dt="2025-12-18T09:01:23.835" v="271" actId="47"/>
        <pc:sldMkLst>
          <pc:docMk/>
          <pc:sldMk cId="2235232378" sldId="308"/>
        </pc:sldMkLst>
      </pc:sldChg>
      <pc:sldChg chg="new del">
        <pc:chgData name="varshini suresh" userId="62aadeec3c6ee37d" providerId="LiveId" clId="{00D474A7-5F7A-42D2-B217-5FAFE9339D99}" dt="2025-12-18T09:01:23.807" v="270" actId="47"/>
        <pc:sldMkLst>
          <pc:docMk/>
          <pc:sldMk cId="213162710" sldId="309"/>
        </pc:sldMkLst>
      </pc:sldChg>
      <pc:sldChg chg="new del">
        <pc:chgData name="varshini suresh" userId="62aadeec3c6ee37d" providerId="LiveId" clId="{00D474A7-5F7A-42D2-B217-5FAFE9339D99}" dt="2025-12-18T09:01:23.765" v="269" actId="47"/>
        <pc:sldMkLst>
          <pc:docMk/>
          <pc:sldMk cId="2413930647" sldId="310"/>
        </pc:sldMkLst>
      </pc:sldChg>
      <pc:sldChg chg="new del">
        <pc:chgData name="varshini suresh" userId="62aadeec3c6ee37d" providerId="LiveId" clId="{00D474A7-5F7A-42D2-B217-5FAFE9339D99}" dt="2025-12-18T09:01:23.741" v="268" actId="47"/>
        <pc:sldMkLst>
          <pc:docMk/>
          <pc:sldMk cId="1759410430" sldId="311"/>
        </pc:sldMkLst>
      </pc:sldChg>
      <pc:sldChg chg="new del">
        <pc:chgData name="varshini suresh" userId="62aadeec3c6ee37d" providerId="LiveId" clId="{00D474A7-5F7A-42D2-B217-5FAFE9339D99}" dt="2025-12-18T09:01:23.715" v="267" actId="47"/>
        <pc:sldMkLst>
          <pc:docMk/>
          <pc:sldMk cId="629420219" sldId="312"/>
        </pc:sldMkLst>
      </pc:sldChg>
      <pc:sldChg chg="new del">
        <pc:chgData name="varshini suresh" userId="62aadeec3c6ee37d" providerId="LiveId" clId="{00D474A7-5F7A-42D2-B217-5FAFE9339D99}" dt="2025-12-18T09:01:23.680" v="266" actId="47"/>
        <pc:sldMkLst>
          <pc:docMk/>
          <pc:sldMk cId="1675604497" sldId="313"/>
        </pc:sldMkLst>
      </pc:sldChg>
      <pc:sldChg chg="new del">
        <pc:chgData name="varshini suresh" userId="62aadeec3c6ee37d" providerId="LiveId" clId="{00D474A7-5F7A-42D2-B217-5FAFE9339D99}" dt="2025-12-18T09:01:23.647" v="265" actId="47"/>
        <pc:sldMkLst>
          <pc:docMk/>
          <pc:sldMk cId="2118293867" sldId="314"/>
        </pc:sldMkLst>
      </pc:sldChg>
      <pc:sldChg chg="new del">
        <pc:chgData name="varshini suresh" userId="62aadeec3c6ee37d" providerId="LiveId" clId="{00D474A7-5F7A-42D2-B217-5FAFE9339D99}" dt="2025-12-18T09:01:23.619" v="264" actId="47"/>
        <pc:sldMkLst>
          <pc:docMk/>
          <pc:sldMk cId="2450070916" sldId="315"/>
        </pc:sldMkLst>
      </pc:sldChg>
      <pc:sldChg chg="new del">
        <pc:chgData name="varshini suresh" userId="62aadeec3c6ee37d" providerId="LiveId" clId="{00D474A7-5F7A-42D2-B217-5FAFE9339D99}" dt="2025-12-18T09:01:23.591" v="263" actId="47"/>
        <pc:sldMkLst>
          <pc:docMk/>
          <pc:sldMk cId="937827314" sldId="316"/>
        </pc:sldMkLst>
      </pc:sldChg>
      <pc:sldChg chg="new del">
        <pc:chgData name="varshini suresh" userId="62aadeec3c6ee37d" providerId="LiveId" clId="{00D474A7-5F7A-42D2-B217-5FAFE9339D99}" dt="2025-12-18T09:01:23.554" v="262" actId="47"/>
        <pc:sldMkLst>
          <pc:docMk/>
          <pc:sldMk cId="3184197609" sldId="317"/>
        </pc:sldMkLst>
      </pc:sldChg>
      <pc:sldChg chg="new del">
        <pc:chgData name="varshini suresh" userId="62aadeec3c6ee37d" providerId="LiveId" clId="{00D474A7-5F7A-42D2-B217-5FAFE9339D99}" dt="2025-12-18T09:01:23.538" v="261" actId="47"/>
        <pc:sldMkLst>
          <pc:docMk/>
          <pc:sldMk cId="1200567323" sldId="318"/>
        </pc:sldMkLst>
      </pc:sldChg>
      <pc:sldChg chg="new del">
        <pc:chgData name="varshini suresh" userId="62aadeec3c6ee37d" providerId="LiveId" clId="{00D474A7-5F7A-42D2-B217-5FAFE9339D99}" dt="2025-12-18T09:01:23.498" v="260" actId="47"/>
        <pc:sldMkLst>
          <pc:docMk/>
          <pc:sldMk cId="2948339712" sldId="319"/>
        </pc:sldMkLst>
      </pc:sldChg>
      <pc:sldChg chg="new del">
        <pc:chgData name="varshini suresh" userId="62aadeec3c6ee37d" providerId="LiveId" clId="{00D474A7-5F7A-42D2-B217-5FAFE9339D99}" dt="2025-12-18T09:01:23.471" v="259" actId="47"/>
        <pc:sldMkLst>
          <pc:docMk/>
          <pc:sldMk cId="3298711471" sldId="320"/>
        </pc:sldMkLst>
      </pc:sldChg>
      <pc:sldChg chg="new del">
        <pc:chgData name="varshini suresh" userId="62aadeec3c6ee37d" providerId="LiveId" clId="{00D474A7-5F7A-42D2-B217-5FAFE9339D99}" dt="2025-12-18T09:01:23.438" v="258" actId="47"/>
        <pc:sldMkLst>
          <pc:docMk/>
          <pc:sldMk cId="819096913" sldId="321"/>
        </pc:sldMkLst>
      </pc:sldChg>
      <pc:sldChg chg="new del">
        <pc:chgData name="varshini suresh" userId="62aadeec3c6ee37d" providerId="LiveId" clId="{00D474A7-5F7A-42D2-B217-5FAFE9339D99}" dt="2025-12-18T09:01:23.411" v="257" actId="47"/>
        <pc:sldMkLst>
          <pc:docMk/>
          <pc:sldMk cId="1382859201" sldId="322"/>
        </pc:sldMkLst>
      </pc:sldChg>
      <pc:sldChg chg="new del">
        <pc:chgData name="varshini suresh" userId="62aadeec3c6ee37d" providerId="LiveId" clId="{00D474A7-5F7A-42D2-B217-5FAFE9339D99}" dt="2025-12-18T09:01:23.380" v="256" actId="47"/>
        <pc:sldMkLst>
          <pc:docMk/>
          <pc:sldMk cId="3773054245" sldId="323"/>
        </pc:sldMkLst>
      </pc:sldChg>
      <pc:sldChg chg="new del">
        <pc:chgData name="varshini suresh" userId="62aadeec3c6ee37d" providerId="LiveId" clId="{00D474A7-5F7A-42D2-B217-5FAFE9339D99}" dt="2025-12-18T09:01:23.348" v="255" actId="47"/>
        <pc:sldMkLst>
          <pc:docMk/>
          <pc:sldMk cId="1803790142" sldId="324"/>
        </pc:sldMkLst>
      </pc:sldChg>
      <pc:sldChg chg="new del">
        <pc:chgData name="varshini suresh" userId="62aadeec3c6ee37d" providerId="LiveId" clId="{00D474A7-5F7A-42D2-B217-5FAFE9339D99}" dt="2025-12-18T09:01:23.315" v="254" actId="47"/>
        <pc:sldMkLst>
          <pc:docMk/>
          <pc:sldMk cId="1179742863" sldId="325"/>
        </pc:sldMkLst>
      </pc:sldChg>
      <pc:sldChg chg="new del">
        <pc:chgData name="varshini suresh" userId="62aadeec3c6ee37d" providerId="LiveId" clId="{00D474A7-5F7A-42D2-B217-5FAFE9339D99}" dt="2025-12-18T09:01:23.290" v="253" actId="47"/>
        <pc:sldMkLst>
          <pc:docMk/>
          <pc:sldMk cId="4006124192" sldId="326"/>
        </pc:sldMkLst>
      </pc:sldChg>
      <pc:sldChg chg="new del">
        <pc:chgData name="varshini suresh" userId="62aadeec3c6ee37d" providerId="LiveId" clId="{00D474A7-5F7A-42D2-B217-5FAFE9339D99}" dt="2025-12-18T09:01:23.274" v="252" actId="47"/>
        <pc:sldMkLst>
          <pc:docMk/>
          <pc:sldMk cId="1762249210" sldId="327"/>
        </pc:sldMkLst>
      </pc:sldChg>
      <pc:sldChg chg="new del">
        <pc:chgData name="varshini suresh" userId="62aadeec3c6ee37d" providerId="LiveId" clId="{00D474A7-5F7A-42D2-B217-5FAFE9339D99}" dt="2025-12-18T09:01:23.249" v="251" actId="47"/>
        <pc:sldMkLst>
          <pc:docMk/>
          <pc:sldMk cId="115638542" sldId="328"/>
        </pc:sldMkLst>
      </pc:sldChg>
      <pc:sldChg chg="new del">
        <pc:chgData name="varshini suresh" userId="62aadeec3c6ee37d" providerId="LiveId" clId="{00D474A7-5F7A-42D2-B217-5FAFE9339D99}" dt="2025-12-18T09:01:23.199" v="250" actId="47"/>
        <pc:sldMkLst>
          <pc:docMk/>
          <pc:sldMk cId="1958010081" sldId="329"/>
        </pc:sldMkLst>
      </pc:sldChg>
      <pc:sldChg chg="new del">
        <pc:chgData name="varshini suresh" userId="62aadeec3c6ee37d" providerId="LiveId" clId="{00D474A7-5F7A-42D2-B217-5FAFE9339D99}" dt="2025-12-18T09:01:23.175" v="249" actId="47"/>
        <pc:sldMkLst>
          <pc:docMk/>
          <pc:sldMk cId="4105648440" sldId="330"/>
        </pc:sldMkLst>
      </pc:sldChg>
      <pc:sldChg chg="new del">
        <pc:chgData name="varshini suresh" userId="62aadeec3c6ee37d" providerId="LiveId" clId="{00D474A7-5F7A-42D2-B217-5FAFE9339D99}" dt="2025-12-18T09:01:23.147" v="248" actId="47"/>
        <pc:sldMkLst>
          <pc:docMk/>
          <pc:sldMk cId="2743216759" sldId="331"/>
        </pc:sldMkLst>
      </pc:sldChg>
      <pc:sldChg chg="new del">
        <pc:chgData name="varshini suresh" userId="62aadeec3c6ee37d" providerId="LiveId" clId="{00D474A7-5F7A-42D2-B217-5FAFE9339D99}" dt="2025-12-18T09:01:23.117" v="247" actId="47"/>
        <pc:sldMkLst>
          <pc:docMk/>
          <pc:sldMk cId="171346498" sldId="332"/>
        </pc:sldMkLst>
      </pc:sldChg>
      <pc:sldChg chg="new del">
        <pc:chgData name="varshini suresh" userId="62aadeec3c6ee37d" providerId="LiveId" clId="{00D474A7-5F7A-42D2-B217-5FAFE9339D99}" dt="2025-12-18T09:01:23.090" v="246" actId="47"/>
        <pc:sldMkLst>
          <pc:docMk/>
          <pc:sldMk cId="2500050246" sldId="333"/>
        </pc:sldMkLst>
      </pc:sldChg>
      <pc:sldChg chg="new del">
        <pc:chgData name="varshini suresh" userId="62aadeec3c6ee37d" providerId="LiveId" clId="{00D474A7-5F7A-42D2-B217-5FAFE9339D99}" dt="2025-12-18T09:01:23.068" v="245" actId="47"/>
        <pc:sldMkLst>
          <pc:docMk/>
          <pc:sldMk cId="2453045372" sldId="334"/>
        </pc:sldMkLst>
      </pc:sldChg>
      <pc:sldChg chg="new del">
        <pc:chgData name="varshini suresh" userId="62aadeec3c6ee37d" providerId="LiveId" clId="{00D474A7-5F7A-42D2-B217-5FAFE9339D99}" dt="2025-12-18T09:01:22.573" v="244" actId="47"/>
        <pc:sldMkLst>
          <pc:docMk/>
          <pc:sldMk cId="2810709717" sldId="33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F4769-BAD8-6ECA-F92E-08DDC9828E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9B9E09-874C-0CEB-B7D8-7A85634D0C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B8B27-C451-91C4-C49C-430717E51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BAF2-CA26-416E-AD9D-FEA12BAB4C8E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66A41-572F-D78D-5827-D018265AC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82502-AE7B-5C71-9389-B419723A2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18D3A-1604-4C57-9AB4-D10614BEDA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483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D6A1B-E0F3-2220-5525-77CBD31D7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C35D5-4C50-EDB3-E9C5-D3394B272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A6C0DA-183A-E7B4-C012-5C2124EA3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BAF2-CA26-416E-AD9D-FEA12BAB4C8E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53517-1393-0251-4DA9-304D57FD2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5308F-E8C8-8E0D-823A-0CDC25EA6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18D3A-1604-4C57-9AB4-D10614BEDA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11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DA2BA-C24A-DC45-3D81-62B954736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3F0E3E-42C5-300A-5B1D-D62E2B0C58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2EA30-E7AF-00B5-1811-C7755C41B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BAF2-CA26-416E-AD9D-FEA12BAB4C8E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ED616-8EAF-A1D4-3708-3C95FBBF2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8BB6A-6CD0-72A4-4CF2-693B1570C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18D3A-1604-4C57-9AB4-D10614BEDA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8346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2EBC3-3079-8ABA-CD43-9782B9AFA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562EF-15C8-0A43-A237-6DF92A55C1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94CCFC-7909-4D19-E989-0E08E21D6B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F8B6F7-8B9D-BB24-5212-5D4F0C7CB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BAF2-CA26-416E-AD9D-FEA12BAB4C8E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3E2C48-E653-EBC2-42F6-00E8026FB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692CB8-E3E1-0257-A2FF-09DB15E5B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18D3A-1604-4C57-9AB4-D10614BEDA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9686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3FC56-89CB-4513-5BCB-172E19B6C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0B3DE4-436A-2AB2-B46F-EF4C7E517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071987-A0AF-A3F3-7DFA-26C5C158B4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7F5CDB-F375-3C2C-5D28-8B3C2CE3A0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084F8D-CD09-F193-CADE-73017BE981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510E72-BC7E-8381-90E6-A7401D717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BAF2-CA26-416E-AD9D-FEA12BAB4C8E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9C793E-C441-EC46-4D49-6E83A7A70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90136D-9133-A9E9-8568-3132C25CF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18D3A-1604-4C57-9AB4-D10614BEDA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9267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D43F1-4584-A01C-978E-9308671D6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DFA6A4-3152-4557-D58E-887D21029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BAF2-CA26-416E-AD9D-FEA12BAB4C8E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69E419-AD07-0E5D-45CD-E289C7006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D6348D-4CF1-1C5E-83F8-10915A041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18D3A-1604-4C57-9AB4-D10614BEDA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0479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838166-0B37-2054-63AA-6D0FD3DA7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BAF2-CA26-416E-AD9D-FEA12BAB4C8E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700F8D-5662-AFAD-1F56-C58ABCCBC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80B943-9D41-6709-3D39-4A0E077F6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18D3A-1604-4C57-9AB4-D10614BEDA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8027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68B54-48F9-D252-156E-CEA80492C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5ED4E4-95C7-9761-6015-48750BE497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0C62FB-EB84-6B00-5C23-46E8230C0C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4AC47F-40E3-6FFE-4045-F6D025563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BAF2-CA26-416E-AD9D-FEA12BAB4C8E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1F7CD6-52ED-20A1-1B0A-A301E6F09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5806B5-6DCE-FEDC-5DCE-0853BBD09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18D3A-1604-4C57-9AB4-D10614BEDA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4151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F3E99-4CD5-C392-7873-B246F29A9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F04BEE-7EEF-DD02-46FC-21EC39A493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3ADC3D-0835-88B2-D02B-1F5A63523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341C6E-CCC8-D7DE-34EC-4B3326568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BAF2-CA26-416E-AD9D-FEA12BAB4C8E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93875F-31E4-B5C8-4901-3C4EBF5CA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F76F6F-AFC5-834B-38B9-19DF37492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18D3A-1604-4C57-9AB4-D10614BEDA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3739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5E3B1-B9E7-BB50-6A58-6E02F6C0D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591C67-F8AD-E215-A18F-814583212A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F7801-77F6-9AF1-A8E2-092D91B49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BAF2-CA26-416E-AD9D-FEA12BAB4C8E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0C02F-B74B-96D4-529F-3DF244138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ABF9B-0E56-40FE-5526-4E44FF52C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18D3A-1604-4C57-9AB4-D10614BEDA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86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95840B-67F3-3264-2810-D8C23A4905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2C4437-0962-9EB7-AA97-1651D3E3B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0BA79F-37AF-2EF9-38C4-621BA8589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BAF2-CA26-416E-AD9D-FEA12BAB4C8E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0504E-2676-75A6-B91A-081CA31E6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41AAF-6AEB-65C9-3D44-7197DD8D9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18D3A-1604-4C57-9AB4-D10614BEDA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221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2BDEDF-4D24-A53D-8784-7B56A5A3A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8F861F-53D9-65CB-0F69-3F93BB063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E4A66-5641-4780-6904-DC1FFDAB02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5BAF2-CA26-416E-AD9D-FEA12BAB4C8E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862C5-8A9F-8E1E-B20A-87D2181BBE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15454-043F-0387-AA88-D705A6DC26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318D3A-1604-4C57-9AB4-D10614BEDA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2190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arshini278/Sri-Varshini_43130567" TargetMode="Externa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F78AAFA-074A-15EB-EACD-F994A26D13E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0" y="1900666"/>
            <a:ext cx="1225302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</a:t>
            </a:r>
            <a:r>
              <a:rPr kumimoji="0" lang="en-US" altLang="en-US" sz="48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Case Study on Online Examination Portal </a:t>
            </a:r>
          </a:p>
        </p:txBody>
      </p:sp>
    </p:spTree>
    <p:extLst>
      <p:ext uri="{BB962C8B-B14F-4D97-AF65-F5344CB8AC3E}">
        <p14:creationId xmlns:p14="http://schemas.microsoft.com/office/powerpoint/2010/main" val="974564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497C11E-6BC0-B953-F2E2-05182D0B21D4}"/>
              </a:ext>
            </a:extLst>
          </p:cNvPr>
          <p:cNvSpPr txBox="1"/>
          <p:nvPr/>
        </p:nvSpPr>
        <p:spPr>
          <a:xfrm>
            <a:off x="44245" y="614540"/>
            <a:ext cx="12103510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en-US" sz="3200" b="1" dirty="0">
                <a:effectLst/>
              </a:rPr>
              <a:t>INTRODUCTION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2800" b="1" dirty="0">
                <a:effectLst/>
              </a:rPr>
              <a:t>Project Goal:</a:t>
            </a:r>
            <a:r>
              <a:rPr lang="en-US" sz="2800" dirty="0">
                <a:effectLst/>
              </a:rPr>
              <a:t> To automate the traditional offline examination process and create a streamlined, error-free digital recruitment and assessment environment.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2800" b="1" dirty="0">
                <a:effectLst/>
              </a:rPr>
              <a:t>Student Benefits:</a:t>
            </a:r>
            <a:r>
              <a:rPr lang="en-US" sz="2800" dirty="0">
                <a:effectLst/>
              </a:rPr>
              <a:t> Provides a centralized platform where students can view assigned exams, participate in real-time assessments, and receive instant performance feedback.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2800" b="1" dirty="0">
                <a:effectLst/>
              </a:rPr>
              <a:t>Institutional Benefits:</a:t>
            </a:r>
            <a:r>
              <a:rPr lang="en-US" sz="2800" dirty="0">
                <a:effectLst/>
              </a:rPr>
              <a:t> Helps teachers and organizations identify eligible candidates based on specific criteria and automated scoring logic.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sz="2800" b="1" dirty="0">
                <a:effectLst/>
              </a:rPr>
              <a:t>Core Structure:</a:t>
            </a:r>
            <a:r>
              <a:rPr lang="en-US" sz="2800" dirty="0">
                <a:effectLst/>
              </a:rPr>
              <a:t> The system is built around four primary pillars: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sz="2800" b="1" dirty="0">
                <a:effectLst/>
              </a:rPr>
              <a:t>Admin Module:</a:t>
            </a:r>
            <a:r>
              <a:rPr lang="en-US" sz="2800" dirty="0">
                <a:effectLst/>
              </a:rPr>
              <a:t> For question and exam management.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sz="2800" b="1" dirty="0">
                <a:effectLst/>
              </a:rPr>
              <a:t>Student Module:</a:t>
            </a:r>
            <a:r>
              <a:rPr lang="en-US" sz="2800" dirty="0">
                <a:effectLst/>
              </a:rPr>
              <a:t> For exam participation and dashboard access.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sz="2800" b="1" dirty="0">
                <a:effectLst/>
              </a:rPr>
              <a:t>Question Bank:</a:t>
            </a:r>
            <a:r>
              <a:rPr lang="en-US" sz="2800" dirty="0">
                <a:effectLst/>
              </a:rPr>
              <a:t> A secure repository of categorized questions.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sz="2800" b="1" dirty="0">
                <a:effectLst/>
              </a:rPr>
              <a:t>Result Tracking:</a:t>
            </a:r>
            <a:r>
              <a:rPr lang="en-US" sz="2800" dirty="0">
                <a:effectLst/>
              </a:rPr>
              <a:t> Real-time persistence of performance data.:</a:t>
            </a:r>
          </a:p>
        </p:txBody>
      </p:sp>
    </p:spTree>
    <p:extLst>
      <p:ext uri="{BB962C8B-B14F-4D97-AF65-F5344CB8AC3E}">
        <p14:creationId xmlns:p14="http://schemas.microsoft.com/office/powerpoint/2010/main" val="4076667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D96A26-51DF-7F84-A094-0F8FC0F2D1A1}"/>
              </a:ext>
            </a:extLst>
          </p:cNvPr>
          <p:cNvSpPr txBox="1"/>
          <p:nvPr/>
        </p:nvSpPr>
        <p:spPr>
          <a:xfrm>
            <a:off x="0" y="360512"/>
            <a:ext cx="12192000" cy="597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ABSTRACT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Project Objective: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To develop a robust, web-based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Online Examination Portal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that centralizes and automates the entire lifecycle of student assessments.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Core Logic: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The system replaces manual paper-based testing with a digital engine that handles question management, real-time submission, and automated grading.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Operational Efficiency: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*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Admin Console: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Enables full control over the question bank (CRUD operations).</a:t>
            </a:r>
          </a:p>
          <a:p>
            <a:pPr lvl="1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Student Interface: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Provides a dynamic environment to attempt exams and receive instant results.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Frameworks &amp; Tools: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*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Backend: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Developed using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Spring Boot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Spring Web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for high-performance request handling.</a:t>
            </a:r>
          </a:p>
          <a:p>
            <a:pPr lvl="1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Frontend: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Built with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Thymeleaf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for server-side rendering of dynamic HTML content.</a:t>
            </a:r>
          </a:p>
          <a:p>
            <a:pPr lvl="1"/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Database: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Integrated with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MySQL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via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Spring Data JPA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for reliable data persistence.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Key Outcome: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Reduces human error in grading, provides students with immediate performance feedback, and maintains a secure record of all examination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61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73B10CD-9356-607C-F634-16306A71442E}"/>
              </a:ext>
            </a:extLst>
          </p:cNvPr>
          <p:cNvSpPr txBox="1"/>
          <p:nvPr/>
        </p:nvSpPr>
        <p:spPr>
          <a:xfrm>
            <a:off x="0" y="476803"/>
            <a:ext cx="1219200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we are going to build: Client Requirement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Centralized Exam Management: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The client requires a system where an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Admin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can manage a repository of questions and monitor the overall performance of all students.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Student Assessment Interface: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 platform for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Students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to log in, view available questions, and submit their responses through a digital form.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Automated Scoring Logic: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The system must automatically calculate the total score by comparing student input with the correct answers stored in the database.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Result Persistence: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Capturing student identity (Email).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Recording the final score and total questions attempted.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Storing a timestamp of the submission.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Dashboard Reporting: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 requirement for a dedicated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Teacher View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to display results in a tabular format, including data like Student Name, Score, and Date.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Question Bank Control: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Full CRUD (Create, Read, Update, Delete) capabilities for the Admin to update exam content without manual SQL intervention.</a:t>
            </a:r>
          </a:p>
        </p:txBody>
      </p:sp>
    </p:spTree>
    <p:extLst>
      <p:ext uri="{BB962C8B-B14F-4D97-AF65-F5344CB8AC3E}">
        <p14:creationId xmlns:p14="http://schemas.microsoft.com/office/powerpoint/2010/main" val="1528882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68EDEA-875B-AE62-BADE-35FB9801C903}"/>
              </a:ext>
            </a:extLst>
          </p:cNvPr>
          <p:cNvSpPr txBox="1"/>
          <p:nvPr/>
        </p:nvSpPr>
        <p:spPr>
          <a:xfrm>
            <a:off x="0" y="0"/>
            <a:ext cx="1219200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FF0000"/>
                </a:solidFill>
              </a:rPr>
              <a:t>What we are going to build: Some technical terms.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Spring Boot:</a:t>
            </a:r>
            <a:r>
              <a:rPr lang="en-US" sz="2400" dirty="0"/>
              <a:t> The core Java-based framework used to create a stand-alone, production-grade application with minimal configuration.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Spring Web (MVC):</a:t>
            </a:r>
            <a:r>
              <a:rPr lang="en-US" sz="2400" dirty="0"/>
              <a:t> A module used to handle HTTP requests and build the web layer. It follows the </a:t>
            </a:r>
            <a:r>
              <a:rPr lang="en-US" sz="2400" b="1" dirty="0"/>
              <a:t>Model-View-Controller</a:t>
            </a:r>
            <a:r>
              <a:rPr lang="en-US" sz="2400" dirty="0"/>
              <a:t> design pattern to separate data, logic, and UI.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 err="1"/>
              <a:t>Thymeleaf</a:t>
            </a:r>
            <a:r>
              <a:rPr lang="en-US" sz="2400" b="1" dirty="0"/>
              <a:t>:</a:t>
            </a:r>
            <a:r>
              <a:rPr lang="en-US" sz="2400" dirty="0"/>
              <a:t> A modern server-side Java template engine used to render dynamic HTML pages (like your exam and dashboard views) based on backend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Spring Data JPA:</a:t>
            </a:r>
            <a:r>
              <a:rPr lang="en-US" sz="2400" dirty="0"/>
              <a:t> A part of the Spring family that makes it easy to implement Java Persistence API (JPA) to manage relational data using Java objects.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Hibernate:</a:t>
            </a:r>
            <a:r>
              <a:rPr lang="en-US" sz="2400" dirty="0"/>
              <a:t> The Object-Relational Mapping (ORM) tool that works under JPA to map your Java classes (</a:t>
            </a:r>
            <a:r>
              <a:rPr lang="en-US" sz="2400" dirty="0">
                <a:latin typeface="Courier New" panose="02070309020205020404" pitchFamily="49" charset="0"/>
              </a:rPr>
              <a:t>Question</a:t>
            </a:r>
            <a:r>
              <a:rPr lang="en-US" sz="2400" dirty="0"/>
              <a:t>, </a:t>
            </a:r>
            <a:r>
              <a:rPr lang="en-US" sz="2400" dirty="0">
                <a:latin typeface="Courier New" panose="02070309020205020404" pitchFamily="49" charset="0"/>
              </a:rPr>
              <a:t>Result</a:t>
            </a:r>
            <a:r>
              <a:rPr lang="en-US" sz="2400" dirty="0"/>
              <a:t>) to </a:t>
            </a:r>
            <a:r>
              <a:rPr lang="en-US" sz="2400" b="1" dirty="0"/>
              <a:t>MySQL</a:t>
            </a:r>
            <a:r>
              <a:rPr lang="en-US" sz="2400" dirty="0"/>
              <a:t> tables.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Maven:</a:t>
            </a:r>
            <a:r>
              <a:rPr lang="en-US" sz="2400" dirty="0"/>
              <a:t> The project management and comprehension tool used for dependency management (handling all your JAR files) and build automation.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Dependency Injection (DI):</a:t>
            </a:r>
            <a:r>
              <a:rPr lang="en-US" sz="2400" dirty="0"/>
              <a:t> A design pattern used by Spring to automatically manage the lifecycle of objects (like </a:t>
            </a:r>
            <a:r>
              <a:rPr lang="en-US" sz="2400" dirty="0">
                <a:latin typeface="Courier New" panose="02070309020205020404" pitchFamily="49" charset="0"/>
              </a:rPr>
              <a:t>@Autowired</a:t>
            </a:r>
            <a:r>
              <a:rPr lang="en-US" sz="2400" dirty="0"/>
              <a:t> repositories), making the code modular and testable.</a:t>
            </a:r>
          </a:p>
        </p:txBody>
      </p:sp>
    </p:spTree>
    <p:extLst>
      <p:ext uri="{BB962C8B-B14F-4D97-AF65-F5344CB8AC3E}">
        <p14:creationId xmlns:p14="http://schemas.microsoft.com/office/powerpoint/2010/main" val="40842104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E991B0-6F24-DE21-4EF2-5C40ABFBE6D3}"/>
              </a:ext>
            </a:extLst>
          </p:cNvPr>
          <p:cNvSpPr txBox="1"/>
          <p:nvPr/>
        </p:nvSpPr>
        <p:spPr>
          <a:xfrm>
            <a:off x="0" y="0"/>
            <a:ext cx="12192000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FF0000"/>
                </a:solidFill>
              </a:rPr>
              <a:t>What are the technologies and tools we are going use?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Programming Language:</a:t>
            </a:r>
            <a:r>
              <a:rPr lang="en-US" sz="2400" dirty="0"/>
              <a:t> </a:t>
            </a:r>
            <a:r>
              <a:rPr lang="en-US" sz="2400" b="1" dirty="0"/>
              <a:t>Java (JDK 8 or higher)</a:t>
            </a:r>
            <a:r>
              <a:rPr lang="en-US" sz="2400" dirty="0"/>
              <a:t> – The core language for backend logic and data processing.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Framework:</a:t>
            </a:r>
            <a:r>
              <a:rPr lang="en-US" sz="2400" dirty="0"/>
              <a:t> </a:t>
            </a:r>
            <a:r>
              <a:rPr lang="en-US" sz="2400" b="1" dirty="0"/>
              <a:t>Spring Boot</a:t>
            </a:r>
            <a:r>
              <a:rPr lang="en-US" sz="2400" dirty="0"/>
              <a:t> – The foundation that simplifies configuration and runs our application.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Web Layer:</a:t>
            </a:r>
            <a:r>
              <a:rPr lang="en-US" sz="2400" dirty="0"/>
              <a:t> </a:t>
            </a:r>
            <a:r>
              <a:rPr lang="en-US" sz="2400" b="1" dirty="0"/>
              <a:t>Spring Web (MVC)</a:t>
            </a:r>
            <a:r>
              <a:rPr lang="en-US" sz="2400" dirty="0"/>
              <a:t> – Handles the navigation and communication between your browser and the server.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Template Engine:</a:t>
            </a:r>
            <a:r>
              <a:rPr lang="en-US" sz="2400" dirty="0"/>
              <a:t> </a:t>
            </a:r>
            <a:r>
              <a:rPr lang="en-US" sz="2400" b="1" dirty="0" err="1"/>
              <a:t>Thymeleaf</a:t>
            </a:r>
            <a:r>
              <a:rPr lang="en-US" sz="2400" dirty="0"/>
              <a:t> – This is our "Frontend." It replaces Postman by providing the actual HTML forms used to add questions and submit exams.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User Interface:</a:t>
            </a:r>
            <a:r>
              <a:rPr lang="en-US" sz="2400" dirty="0"/>
              <a:t> </a:t>
            </a:r>
            <a:r>
              <a:rPr lang="en-US" sz="2400" b="1" dirty="0"/>
              <a:t>HTML5 &amp; Bootstrap</a:t>
            </a:r>
            <a:r>
              <a:rPr lang="en-US" sz="2400" dirty="0"/>
              <a:t> – Used within </a:t>
            </a:r>
            <a:r>
              <a:rPr lang="en-US" sz="2400" dirty="0" err="1"/>
              <a:t>Thymeleaf</a:t>
            </a:r>
            <a:r>
              <a:rPr lang="en-US" sz="2400" dirty="0"/>
              <a:t> templates to make the exam portal look professional and responsive.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Database:</a:t>
            </a:r>
            <a:r>
              <a:rPr lang="en-US" sz="2400" dirty="0"/>
              <a:t> </a:t>
            </a:r>
            <a:r>
              <a:rPr lang="en-US" sz="2400" b="1" dirty="0"/>
              <a:t>MySQL</a:t>
            </a:r>
            <a:r>
              <a:rPr lang="en-US" sz="2400" dirty="0"/>
              <a:t> – The permanent storage for your Question Bank and Student Results.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ORM Tool:</a:t>
            </a:r>
            <a:r>
              <a:rPr lang="en-US" sz="2400" dirty="0"/>
              <a:t> </a:t>
            </a:r>
            <a:r>
              <a:rPr lang="en-US" sz="2400" b="1" dirty="0"/>
              <a:t>Spring Data JPA (Hibernate)</a:t>
            </a:r>
            <a:r>
              <a:rPr lang="en-US" sz="2400" dirty="0"/>
              <a:t> – Connects your Java code to MySQL so you don't have to write manual SQL.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Build Tool:</a:t>
            </a:r>
            <a:r>
              <a:rPr lang="en-US" sz="2400" dirty="0"/>
              <a:t> </a:t>
            </a:r>
            <a:r>
              <a:rPr lang="en-US" sz="2400" b="1" dirty="0"/>
              <a:t>Maven</a:t>
            </a:r>
            <a:r>
              <a:rPr lang="en-US" sz="2400" dirty="0"/>
              <a:t> – Manages all project dependencies and builds the executable JAR file.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Development Tool (IDE):</a:t>
            </a:r>
            <a:r>
              <a:rPr lang="en-US" sz="2400" dirty="0"/>
              <a:t> </a:t>
            </a:r>
            <a:r>
              <a:rPr lang="en-US" sz="2400" b="1" dirty="0"/>
              <a:t>Spring Tool Suite (STS)</a:t>
            </a:r>
            <a:r>
              <a:rPr lang="en-US" sz="2400" dirty="0"/>
              <a:t> – The environment where the code was written and executed.</a:t>
            </a:r>
          </a:p>
        </p:txBody>
      </p:sp>
    </p:spTree>
    <p:extLst>
      <p:ext uri="{BB962C8B-B14F-4D97-AF65-F5344CB8AC3E}">
        <p14:creationId xmlns:p14="http://schemas.microsoft.com/office/powerpoint/2010/main" val="4242096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05E19E-EA61-345B-A7C5-014C14A432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665" y="144550"/>
            <a:ext cx="11967587" cy="6401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SYSTEM REQUIREMENTS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Software Requirements: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 End: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Developed using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Spring Boot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Spring Web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Spring Data JPA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(Hibernate).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 End: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Dynamic UI rendered using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Thymeleaf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templates and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Bootstrap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 Server: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MySQL Server 8.0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secure data persistence of questions and results.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Web Server: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Embedded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Apache Tomcat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(built into Spring Boot).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Spring Tool Suite (STS)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VS Code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development.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Browser: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Google Chrome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(or any modern browser) used for testing the exam interface and admin dashboard.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Unit Testing: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JUnit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framework for testing repository and service layer logic.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 Requirements (Minimum):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Processor: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Dual-core 2.0 GHz or higher.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RAM: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4 GB (8 GB recommended for running IDE and Database simultaneously).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Storage: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500 MB of free space for project files and database storage.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6753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B589E6-D7E0-53CE-D9F8-AA780125D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43540"/>
            <a:ext cx="12103510" cy="6170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PROJECT MODULES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Admin Module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 the question bank (CRUD operations).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 all student exam results.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 Module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Participate in real-time online exams.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 individual performance scores.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Question Bank Module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storage of all objective questions.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Organization by topic and difficulty.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 Module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Automated scoring upon submission.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Record student email, score, and timestamp.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7742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B14315F-B2F1-B834-CC9B-D107C7523717}"/>
              </a:ext>
            </a:extLst>
          </p:cNvPr>
          <p:cNvSpPr txBox="1"/>
          <p:nvPr/>
        </p:nvSpPr>
        <p:spPr>
          <a:xfrm>
            <a:off x="255639" y="267618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9B3823-5446-3AE8-9EBE-074DEE94F2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703420"/>
            <a:ext cx="12191999" cy="6154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144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F49DEC-9C57-D8DA-29F9-0E8DB8D2189A}"/>
              </a:ext>
            </a:extLst>
          </p:cNvPr>
          <p:cNvSpPr txBox="1"/>
          <p:nvPr/>
        </p:nvSpPr>
        <p:spPr>
          <a:xfrm>
            <a:off x="68826" y="149631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solidFill>
                  <a:srgbClr val="FF0000"/>
                </a:solidFill>
              </a:rPr>
              <a:t>Client – Server Architecture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BAD721-006A-1C22-7BBA-CC072B9B57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6891"/>
            <a:ext cx="12191999" cy="514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609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9081E7-1BD9-8850-1DEB-8527D7A2C62E}"/>
              </a:ext>
            </a:extLst>
          </p:cNvPr>
          <p:cNvSpPr txBox="1"/>
          <p:nvPr/>
        </p:nvSpPr>
        <p:spPr>
          <a:xfrm>
            <a:off x="-108155" y="439170"/>
            <a:ext cx="12192000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ADMIN MODULE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User Management &amp; Control: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Add New Users: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Admin can register new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Students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Teachers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by providing their unique Email and Password.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Authorization Access: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The system automatically grants specific access levels based on the user type created.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User Maintenance: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Remove Records: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Admin has the authority to delete Student or Teacher profiles from the system.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User Lists: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Provides a clear view of all registered Teachers and Students organized in their respective columns for easy tracking.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Administrative Oversight: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Data Integrity: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Ensures all user credentials and roles are securely stored in the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MySQL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database via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Spring Data JPA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Centralized Dashboard: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 unified interface for monitoring every entity within the portal.</a:t>
            </a:r>
          </a:p>
        </p:txBody>
      </p:sp>
    </p:spTree>
    <p:extLst>
      <p:ext uri="{BB962C8B-B14F-4D97-AF65-F5344CB8AC3E}">
        <p14:creationId xmlns:p14="http://schemas.microsoft.com/office/powerpoint/2010/main" val="471907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7E6F16-4A6E-9762-6DED-F32AAF88BA9C}"/>
              </a:ext>
            </a:extLst>
          </p:cNvPr>
          <p:cNvSpPr txBox="1"/>
          <p:nvPr/>
        </p:nvSpPr>
        <p:spPr>
          <a:xfrm>
            <a:off x="0" y="291686"/>
            <a:ext cx="12192000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FF0000"/>
                </a:solidFill>
              </a:rPr>
              <a:t>TEACHER MODULE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Question Bank Authority: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Manage Questions:</a:t>
            </a:r>
            <a:r>
              <a:rPr lang="en-US" sz="2400" dirty="0"/>
              <a:t> Teachers have the primary responsibility to Create, Update, and Delete questions in the database.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Define Content:</a:t>
            </a:r>
            <a:r>
              <a:rPr lang="en-US" sz="2400" dirty="0"/>
              <a:t> Set question text, multiple-choice options, and mark the correct answer for automated grading.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Assessment Oversight: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View Results:</a:t>
            </a:r>
            <a:r>
              <a:rPr lang="en-US" sz="2400" dirty="0"/>
              <a:t> Teachers can access a detailed list of all student scores and performance metrics.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Result Sorting:</a:t>
            </a:r>
            <a:r>
              <a:rPr lang="en-US" sz="2400" dirty="0"/>
              <a:t> Ability to view which students have completed the exam and their final marks in real-time.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System Interaction: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Secure Login:</a:t>
            </a:r>
            <a:r>
              <a:rPr lang="en-US" sz="2400" dirty="0"/>
              <a:t> Teachers use the credentials provided by the Admin to access their specific dashboard.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 err="1"/>
              <a:t>Thymeleaf</a:t>
            </a:r>
            <a:r>
              <a:rPr lang="en-US" sz="2400" b="1" dirty="0"/>
              <a:t> Interface:</a:t>
            </a:r>
            <a:r>
              <a:rPr lang="en-US" sz="2400" dirty="0"/>
              <a:t> All actions are performed through dynamic web forms that communicate directly with the Spring Boot backend.</a:t>
            </a:r>
          </a:p>
        </p:txBody>
      </p:sp>
    </p:spTree>
    <p:extLst>
      <p:ext uri="{BB962C8B-B14F-4D97-AF65-F5344CB8AC3E}">
        <p14:creationId xmlns:p14="http://schemas.microsoft.com/office/powerpoint/2010/main" val="4483800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9B5200-9BED-30D4-472F-29761611CA62}"/>
              </a:ext>
            </a:extLst>
          </p:cNvPr>
          <p:cNvSpPr txBox="1"/>
          <p:nvPr/>
        </p:nvSpPr>
        <p:spPr>
          <a:xfrm>
            <a:off x="0" y="281006"/>
            <a:ext cx="12192000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FF0000"/>
                </a:solidFill>
              </a:rPr>
              <a:t>STUDENT MODULE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Secure Authentication: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Students log in using the unique </a:t>
            </a:r>
            <a:r>
              <a:rPr lang="en-US" sz="2400" b="1" dirty="0"/>
              <a:t>Email</a:t>
            </a:r>
            <a:r>
              <a:rPr lang="en-US" sz="2400" dirty="0"/>
              <a:t> and </a:t>
            </a:r>
            <a:r>
              <a:rPr lang="en-US" sz="2400" b="1" dirty="0"/>
              <a:t>Password</a:t>
            </a:r>
            <a:r>
              <a:rPr lang="en-US" sz="2400" dirty="0"/>
              <a:t> credentials generated and authorized by the Admin.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Exam Participation: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View Exams:</a:t>
            </a:r>
            <a:r>
              <a:rPr lang="en-US" sz="2400" dirty="0"/>
              <a:t> Access a list of available assessments assigned by the teacher.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Real-time Interface:</a:t>
            </a:r>
            <a:r>
              <a:rPr lang="en-US" sz="2400" dirty="0"/>
              <a:t> Interact with a dynamic </a:t>
            </a:r>
            <a:r>
              <a:rPr lang="en-US" sz="2400" b="1" dirty="0" err="1"/>
              <a:t>Thymeleaf</a:t>
            </a:r>
            <a:r>
              <a:rPr lang="en-US" sz="2400" b="1" dirty="0"/>
              <a:t>-based</a:t>
            </a:r>
            <a:r>
              <a:rPr lang="en-US" sz="2400" dirty="0"/>
              <a:t> exam page to select answers for multiple-choice questions.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Submission &amp; Evaluation: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Instant Submission:</a:t>
            </a:r>
            <a:r>
              <a:rPr lang="en-US" sz="2400" dirty="0"/>
              <a:t> Submit the completed exam with a single click, triggering the backend scoring logic.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Automatic Grading:</a:t>
            </a:r>
            <a:r>
              <a:rPr lang="en-US" sz="2400" dirty="0"/>
              <a:t> The system compares student answers against the database records to calculate the final score instantly.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Performance Tracking:</a:t>
            </a: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Personal Dashboard:</a:t>
            </a:r>
            <a:r>
              <a:rPr lang="en-US" sz="2400" dirty="0"/>
              <a:t> Students can view their own result history, including total marks and the exact time of submission.</a:t>
            </a:r>
          </a:p>
        </p:txBody>
      </p:sp>
    </p:spTree>
    <p:extLst>
      <p:ext uri="{BB962C8B-B14F-4D97-AF65-F5344CB8AC3E}">
        <p14:creationId xmlns:p14="http://schemas.microsoft.com/office/powerpoint/2010/main" val="2623865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83EDE8-E1A5-633B-E482-03144B6398BA}"/>
              </a:ext>
            </a:extLst>
          </p:cNvPr>
          <p:cNvSpPr txBox="1"/>
          <p:nvPr/>
        </p:nvSpPr>
        <p:spPr>
          <a:xfrm>
            <a:off x="3342968" y="2413337"/>
            <a:ext cx="6096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dirty="0">
                <a:solidFill>
                  <a:srgbClr val="FF0000"/>
                </a:solidFill>
              </a:rPr>
              <a:t>DATA DICTIONARY</a:t>
            </a:r>
          </a:p>
        </p:txBody>
      </p:sp>
    </p:spTree>
    <p:extLst>
      <p:ext uri="{BB962C8B-B14F-4D97-AF65-F5344CB8AC3E}">
        <p14:creationId xmlns:p14="http://schemas.microsoft.com/office/powerpoint/2010/main" val="37808578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20A11E2-43DB-7166-4892-70DA6C54B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81" y="366250"/>
            <a:ext cx="11540888" cy="64917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D552657-6E93-5630-66C3-A97F425585B0}"/>
              </a:ext>
            </a:extLst>
          </p:cNvPr>
          <p:cNvSpPr txBox="1"/>
          <p:nvPr/>
        </p:nvSpPr>
        <p:spPr>
          <a:xfrm>
            <a:off x="0" y="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TABLE OF CONTENTS</a:t>
            </a:r>
            <a:endParaRPr lang="en-IN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7982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2BB3739-0DFF-7CE8-3988-9CCC54453DD5}"/>
              </a:ext>
            </a:extLst>
          </p:cNvPr>
          <p:cNvSpPr txBox="1"/>
          <p:nvPr/>
        </p:nvSpPr>
        <p:spPr>
          <a:xfrm>
            <a:off x="319548" y="51759"/>
            <a:ext cx="64155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QUESTION </a:t>
            </a:r>
            <a:r>
              <a:rPr lang="en-IN" sz="28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IN" sz="28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ABLE</a:t>
            </a:r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0B7ED57-1B25-805E-A801-7042D450A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48" y="439448"/>
            <a:ext cx="11552903" cy="6498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0531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DAFA47C-BD89-877A-376C-483F84CF8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618" y="403736"/>
            <a:ext cx="11474247" cy="64542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8E55BD-20F2-09B5-BAC1-F5BC4623ABF2}"/>
              </a:ext>
            </a:extLst>
          </p:cNvPr>
          <p:cNvSpPr txBox="1"/>
          <p:nvPr/>
        </p:nvSpPr>
        <p:spPr>
          <a:xfrm>
            <a:off x="285135" y="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RESULT TABLE</a:t>
            </a:r>
            <a:endParaRPr lang="en-IN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57269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F24EE3-183F-167E-271A-8FB79D652452}"/>
              </a:ext>
            </a:extLst>
          </p:cNvPr>
          <p:cNvSpPr txBox="1"/>
          <p:nvPr/>
        </p:nvSpPr>
        <p:spPr>
          <a:xfrm>
            <a:off x="0" y="2755179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0" i="0" dirty="0">
                <a:solidFill>
                  <a:srgbClr val="1F1F1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    </a:t>
            </a:r>
            <a:r>
              <a:rPr lang="en-IN" sz="32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PROJECT OUTPUTS</a:t>
            </a:r>
            <a:endParaRPr lang="en-IN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24408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374F267-81DA-2CCC-67AC-EBC6B2AB4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48" y="704850"/>
            <a:ext cx="10938934" cy="61531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C2CD42-7313-ABB8-521C-CAB1C49814E8}"/>
              </a:ext>
            </a:extLst>
          </p:cNvPr>
          <p:cNvSpPr txBox="1"/>
          <p:nvPr/>
        </p:nvSpPr>
        <p:spPr>
          <a:xfrm>
            <a:off x="363794" y="5851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0" i="0" dirty="0">
                <a:solidFill>
                  <a:srgbClr val="FF0000"/>
                </a:solidFill>
                <a:effectLst/>
                <a:latin typeface="Google Sans Flex"/>
              </a:rPr>
              <a:t>PROJECT EXECUTION</a:t>
            </a:r>
            <a:endParaRPr lang="en-IN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76335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FFC1F8B-B2F9-40A0-8142-527223C39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58" y="464575"/>
            <a:ext cx="11366090" cy="639342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B8FE8AB-E85B-9865-EE5D-A364E9CDEE97}"/>
              </a:ext>
            </a:extLst>
          </p:cNvPr>
          <p:cNvSpPr txBox="1"/>
          <p:nvPr/>
        </p:nvSpPr>
        <p:spPr>
          <a:xfrm>
            <a:off x="275303" y="-10815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solidFill>
                  <a:srgbClr val="FF0000"/>
                </a:solidFill>
                <a:latin typeface="Google Sans Flex"/>
              </a:rPr>
              <a:t>Online Examination Portal</a:t>
            </a:r>
            <a:endParaRPr lang="en-IN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36709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6256133-1E3E-E323-4276-DE824954B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32" y="580102"/>
            <a:ext cx="11160705" cy="62778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E2FB725-ED20-B54E-C6B1-9604F390A927}"/>
              </a:ext>
            </a:extLst>
          </p:cNvPr>
          <p:cNvSpPr txBox="1"/>
          <p:nvPr/>
        </p:nvSpPr>
        <p:spPr>
          <a:xfrm>
            <a:off x="411863" y="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0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USER LOGIN</a:t>
            </a:r>
            <a:endParaRPr lang="en-IN" sz="36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9764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00E408-D567-0932-D55F-28C3D4EC80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258" y="707923"/>
            <a:ext cx="10933468" cy="61500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9B249CA-7D63-5A39-854D-DD0890572E77}"/>
              </a:ext>
            </a:extLst>
          </p:cNvPr>
          <p:cNvSpPr txBox="1"/>
          <p:nvPr/>
        </p:nvSpPr>
        <p:spPr>
          <a:xfrm>
            <a:off x="688258" y="13488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0" i="0" dirty="0">
                <a:solidFill>
                  <a:srgbClr val="FF0000"/>
                </a:solidFill>
                <a:effectLst/>
                <a:latin typeface="Google Sans Flex"/>
              </a:rPr>
              <a:t>ADMIN LOGIN</a:t>
            </a:r>
            <a:endParaRPr lang="en-IN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91737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F51F11-D8FD-92BB-502F-EC07454612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142" y="501446"/>
            <a:ext cx="11440377" cy="643521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6B5AB3-FF35-5E18-D5D1-AB08B5D52D7E}"/>
              </a:ext>
            </a:extLst>
          </p:cNvPr>
          <p:cNvSpPr txBox="1"/>
          <p:nvPr/>
        </p:nvSpPr>
        <p:spPr>
          <a:xfrm>
            <a:off x="226142" y="-83329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0" i="0" dirty="0">
                <a:solidFill>
                  <a:srgbClr val="FF0000"/>
                </a:solidFill>
                <a:effectLst/>
                <a:latin typeface="Google Sans Flex"/>
              </a:rPr>
              <a:t>ADMIN DASHBOARD</a:t>
            </a:r>
            <a:endParaRPr lang="en-IN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65890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3BA3DB-6A5A-E372-A21B-B9C2BA146E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619" y="398206"/>
            <a:ext cx="11484078" cy="64597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FABD5A-0615-CAA5-A521-B4ACE6EBC0D7}"/>
              </a:ext>
            </a:extLst>
          </p:cNvPr>
          <p:cNvSpPr txBox="1"/>
          <p:nvPr/>
        </p:nvSpPr>
        <p:spPr>
          <a:xfrm>
            <a:off x="206477" y="-12782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0" i="0" dirty="0">
                <a:solidFill>
                  <a:srgbClr val="FF0000"/>
                </a:solidFill>
                <a:effectLst/>
                <a:latin typeface="Google Sans Flex"/>
              </a:rPr>
              <a:t>ADDING NEW STUDENT</a:t>
            </a:r>
            <a:endParaRPr lang="en-IN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13218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0B02B2-D532-8E39-6362-44E2EF9C47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403736"/>
            <a:ext cx="11474245" cy="64542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8897EE0-18C3-349A-7EDB-A4FC5F75C36F}"/>
              </a:ext>
            </a:extLst>
          </p:cNvPr>
          <p:cNvSpPr txBox="1"/>
          <p:nvPr/>
        </p:nvSpPr>
        <p:spPr>
          <a:xfrm>
            <a:off x="78659" y="-88491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0" i="0" dirty="0">
                <a:solidFill>
                  <a:srgbClr val="FF0000"/>
                </a:solidFill>
                <a:effectLst/>
                <a:latin typeface="Google Sans Flex"/>
              </a:rPr>
              <a:t>RESULT OF NEW STUDENT</a:t>
            </a:r>
            <a:endParaRPr lang="en-IN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47899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EE6F2C-9446-22E3-4806-36010065F8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447982"/>
            <a:ext cx="11395587" cy="64100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4CEBA6-D54F-8E5A-B764-95105BCF6921}"/>
              </a:ext>
            </a:extLst>
          </p:cNvPr>
          <p:cNvSpPr txBox="1"/>
          <p:nvPr/>
        </p:nvSpPr>
        <p:spPr>
          <a:xfrm>
            <a:off x="206477" y="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0" i="0" dirty="0">
                <a:solidFill>
                  <a:srgbClr val="FF0000"/>
                </a:solidFill>
                <a:effectLst/>
                <a:latin typeface="Google Sans Flex"/>
              </a:rPr>
              <a:t>ADDING</a:t>
            </a:r>
            <a:r>
              <a:rPr lang="en-IN" sz="3200" b="0" i="0" dirty="0">
                <a:solidFill>
                  <a:srgbClr val="1F1F1F"/>
                </a:solidFill>
                <a:effectLst/>
                <a:latin typeface="Google Sans Flex"/>
              </a:rPr>
              <a:t> </a:t>
            </a:r>
            <a:r>
              <a:rPr lang="en-IN" sz="3200" b="0" i="0" dirty="0">
                <a:solidFill>
                  <a:srgbClr val="FF0000"/>
                </a:solidFill>
                <a:effectLst/>
                <a:latin typeface="Google Sans Flex"/>
              </a:rPr>
              <a:t>NEW TEACHER</a:t>
            </a:r>
            <a:endParaRPr lang="en-IN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82795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3C613A-6A47-7F23-3758-DEBDC3D90D4C}"/>
              </a:ext>
            </a:extLst>
          </p:cNvPr>
          <p:cNvSpPr txBox="1"/>
          <p:nvPr/>
        </p:nvSpPr>
        <p:spPr>
          <a:xfrm>
            <a:off x="0" y="7097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0" i="0" dirty="0">
                <a:solidFill>
                  <a:srgbClr val="FF0000"/>
                </a:solidFill>
                <a:effectLst/>
                <a:latin typeface="Google Sans Flex"/>
              </a:rPr>
              <a:t>RESULT OF NEW TEACHER</a:t>
            </a:r>
            <a:endParaRPr lang="en-IN" sz="3600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77F984-E220-9820-2179-EF73D084C0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934" y="613900"/>
            <a:ext cx="11100621" cy="624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6667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56F9C2-9D4C-C973-FA3F-490BFD2A9E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258" y="786581"/>
            <a:ext cx="10793632" cy="60714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C2E08E-180F-7297-A833-07B0EC2AD489}"/>
              </a:ext>
            </a:extLst>
          </p:cNvPr>
          <p:cNvSpPr txBox="1"/>
          <p:nvPr/>
        </p:nvSpPr>
        <p:spPr>
          <a:xfrm>
            <a:off x="294968" y="140250"/>
            <a:ext cx="49947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0" i="0" dirty="0">
                <a:solidFill>
                  <a:srgbClr val="FF0000"/>
                </a:solidFill>
                <a:effectLst/>
                <a:latin typeface="Google Sans Flex"/>
              </a:rPr>
              <a:t>LOGGING IN AS TEACHER</a:t>
            </a:r>
            <a:endParaRPr lang="en-IN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50442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DC3A0C-C078-B572-FE4D-DA208D1826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935" y="550606"/>
            <a:ext cx="11213144" cy="63073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0D7E3D0-13FB-3D64-8DBB-D9768FD4A3D8}"/>
              </a:ext>
            </a:extLst>
          </p:cNvPr>
          <p:cNvSpPr txBox="1"/>
          <p:nvPr/>
        </p:nvSpPr>
        <p:spPr>
          <a:xfrm>
            <a:off x="388921" y="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0" i="0" dirty="0">
                <a:solidFill>
                  <a:srgbClr val="FF0000"/>
                </a:solidFill>
                <a:effectLst/>
                <a:latin typeface="Google Sans Flex"/>
              </a:rPr>
              <a:t>TEACHER DASHBOARD</a:t>
            </a:r>
            <a:endParaRPr lang="en-IN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85181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2677BE-C99F-4C0B-D764-862BB54E24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935" y="508818"/>
            <a:ext cx="11287434" cy="63491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6148828-ADA0-F15E-7BAB-F5E1139B3814}"/>
              </a:ext>
            </a:extLst>
          </p:cNvPr>
          <p:cNvSpPr txBox="1"/>
          <p:nvPr/>
        </p:nvSpPr>
        <p:spPr>
          <a:xfrm>
            <a:off x="589935" y="4715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FF0000"/>
                </a:solidFill>
                <a:effectLst/>
                <a:latin typeface="Google Sans Flex"/>
              </a:rPr>
              <a:t>TEACHER DASHBOARD VIEW(SCROLLED DOWN)</a:t>
            </a:r>
            <a:endParaRPr lang="en-IN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9280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7D22D5-D84A-660C-AA37-F1FBAC28DB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297" y="447982"/>
            <a:ext cx="11395587" cy="64100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22FEF3-05E9-B66B-E474-BD83324A767C}"/>
              </a:ext>
            </a:extLst>
          </p:cNvPr>
          <p:cNvSpPr txBox="1"/>
          <p:nvPr/>
        </p:nvSpPr>
        <p:spPr>
          <a:xfrm>
            <a:off x="216310" y="0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0" i="0" dirty="0">
                <a:solidFill>
                  <a:srgbClr val="FF0000"/>
                </a:solidFill>
                <a:effectLst/>
                <a:latin typeface="Google Sans Flex"/>
              </a:rPr>
              <a:t>ADDING A NEW QUESTION </a:t>
            </a:r>
            <a:endParaRPr lang="en-IN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391462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44B1C2-22E3-8F21-2C06-E38919507E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10" y="254409"/>
            <a:ext cx="11739716" cy="66035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2335390-6B85-9960-D703-DBCC0885F8A3}"/>
              </a:ext>
            </a:extLst>
          </p:cNvPr>
          <p:cNvSpPr txBox="1"/>
          <p:nvPr/>
        </p:nvSpPr>
        <p:spPr>
          <a:xfrm>
            <a:off x="235974" y="-7159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FF0000"/>
                </a:solidFill>
                <a:effectLst/>
                <a:latin typeface="Google Sans Flex"/>
              </a:rPr>
              <a:t>SHOWS SUCCESS MESSAGE AFTER SAVING</a:t>
            </a:r>
            <a:endParaRPr lang="en-IN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51385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3C40818-D8EE-820E-5C72-181561410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34" y="271000"/>
            <a:ext cx="11710221" cy="65869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E9E6309-5399-2107-C515-0C50F9CE770B}"/>
              </a:ext>
            </a:extLst>
          </p:cNvPr>
          <p:cNvSpPr txBox="1"/>
          <p:nvPr/>
        </p:nvSpPr>
        <p:spPr>
          <a:xfrm>
            <a:off x="196644" y="-137651"/>
            <a:ext cx="111792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FF0000"/>
                </a:solidFill>
                <a:effectLst/>
                <a:latin typeface="Google Sans Flex"/>
              </a:rPr>
              <a:t>SHOWS EXISTING QUESTIONS AND STUDENT'S PERFORMA</a:t>
            </a:r>
            <a:endParaRPr lang="en-IN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41070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F3AFE4-9507-BE7E-9829-C220A87D0C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639" y="342898"/>
            <a:ext cx="11582400" cy="65151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3FD412-7868-88C1-62B2-F238DFC789A8}"/>
              </a:ext>
            </a:extLst>
          </p:cNvPr>
          <p:cNvSpPr txBox="1"/>
          <p:nvPr/>
        </p:nvSpPr>
        <p:spPr>
          <a:xfrm>
            <a:off x="137651" y="-91259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0" i="0" dirty="0">
                <a:solidFill>
                  <a:srgbClr val="FF0000"/>
                </a:solidFill>
                <a:effectLst/>
                <a:latin typeface="Google Sans Flex"/>
              </a:rPr>
              <a:t>LOGGING IN AS STUDENT</a:t>
            </a:r>
            <a:endParaRPr lang="en-IN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75807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C7EE94-2532-29CF-56C1-06EBECCA66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311" y="378543"/>
            <a:ext cx="11519036" cy="64794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C17E43-67E6-F06E-EFF6-EEE4C511C208}"/>
              </a:ext>
            </a:extLst>
          </p:cNvPr>
          <p:cNvSpPr txBox="1"/>
          <p:nvPr/>
        </p:nvSpPr>
        <p:spPr>
          <a:xfrm>
            <a:off x="0" y="0"/>
            <a:ext cx="1187245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FF0000"/>
                </a:solidFill>
                <a:effectLst/>
                <a:latin typeface="Google Sans Flex"/>
              </a:rPr>
              <a:t>ENTERS INTO EXAM MODE WITH QUESTIONS SET AND TIMER IF SELECTED COULD MOVE TO NEXT QUESTION</a:t>
            </a:r>
            <a:endParaRPr lang="en-IN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46979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DFCCDD-B681-E70F-D4D9-E5FA5A5484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594" y="570270"/>
            <a:ext cx="11178185" cy="62877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FA91AC-AE36-2D58-A1D8-6354757C7C52}"/>
              </a:ext>
            </a:extLst>
          </p:cNvPr>
          <p:cNvSpPr txBox="1"/>
          <p:nvPr/>
        </p:nvSpPr>
        <p:spPr>
          <a:xfrm>
            <a:off x="560438" y="0"/>
            <a:ext cx="104713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FF0000"/>
                </a:solidFill>
                <a:effectLst/>
                <a:latin typeface="Google Sans Flex"/>
              </a:rPr>
              <a:t>SKIPS TO NEXT ADN REACHES FINAL QUESTION WITH SUBMIT BUTTON OPTION</a:t>
            </a:r>
            <a:endParaRPr lang="en-IN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81552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EB9EBD-B9EB-89E2-1D9A-8B55357F39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04" y="481166"/>
            <a:ext cx="11336592" cy="63768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90949C-1CC5-478A-8022-A27FC27EB4F8}"/>
              </a:ext>
            </a:extLst>
          </p:cNvPr>
          <p:cNvSpPr txBox="1"/>
          <p:nvPr/>
        </p:nvSpPr>
        <p:spPr>
          <a:xfrm>
            <a:off x="98323" y="-74727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0" i="0" dirty="0">
                <a:solidFill>
                  <a:srgbClr val="FF0000"/>
                </a:solidFill>
                <a:effectLst/>
                <a:latin typeface="Google Sans Flex"/>
              </a:rPr>
              <a:t>ASKS FOR FINAL CONFORMATION</a:t>
            </a:r>
            <a:endParaRPr lang="en-IN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369865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26B440-3548-A10A-F086-C29FB36AAF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452" y="470104"/>
            <a:ext cx="11356258" cy="63878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58C19F9-2129-FB83-F099-31E6D0F789A5}"/>
              </a:ext>
            </a:extLst>
          </p:cNvPr>
          <p:cNvSpPr txBox="1"/>
          <p:nvPr/>
        </p:nvSpPr>
        <p:spPr>
          <a:xfrm>
            <a:off x="206477" y="-2949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0" i="0" dirty="0">
                <a:solidFill>
                  <a:srgbClr val="FF0000"/>
                </a:solidFill>
                <a:effectLst/>
                <a:latin typeface="Google Sans Flex"/>
              </a:rPr>
              <a:t>EXAM RESULT</a:t>
            </a:r>
            <a:endParaRPr lang="en-IN" sz="3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3236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D32FB1-0F07-CADF-0BA8-D4CBC5A701C6}"/>
              </a:ext>
            </a:extLst>
          </p:cNvPr>
          <p:cNvSpPr txBox="1"/>
          <p:nvPr/>
        </p:nvSpPr>
        <p:spPr>
          <a:xfrm>
            <a:off x="0" y="20862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0" i="0" dirty="0">
                <a:solidFill>
                  <a:srgbClr val="1F1F1F"/>
                </a:solidFill>
                <a:effectLst/>
                <a:latin typeface="Google Sans Flex"/>
              </a:rPr>
              <a:t>LINKS</a:t>
            </a:r>
            <a:endParaRPr lang="en-IN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2CC407-14BC-33DF-02E2-C674D5EB254C}"/>
              </a:ext>
            </a:extLst>
          </p:cNvPr>
          <p:cNvSpPr txBox="1"/>
          <p:nvPr/>
        </p:nvSpPr>
        <p:spPr>
          <a:xfrm>
            <a:off x="260554" y="1162354"/>
            <a:ext cx="112628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0" i="0" dirty="0">
                <a:solidFill>
                  <a:srgbClr val="1F1F1F"/>
                </a:solidFill>
                <a:effectLst/>
                <a:latin typeface="Google Sans Flex"/>
              </a:rPr>
              <a:t>GITHUB LINK:</a:t>
            </a:r>
            <a:r>
              <a:rPr lang="en-IN" sz="3200" dirty="0">
                <a:hlinkClick r:id="rId2"/>
              </a:rPr>
              <a:t>Varshini278/Sri-Varshini_43130567</a:t>
            </a:r>
            <a:endParaRPr lang="en-IN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917C10-F3F2-2C82-388D-FDBDB519CBEF}"/>
              </a:ext>
            </a:extLst>
          </p:cNvPr>
          <p:cNvSpPr txBox="1"/>
          <p:nvPr/>
        </p:nvSpPr>
        <p:spPr>
          <a:xfrm>
            <a:off x="260554" y="2116083"/>
            <a:ext cx="1068766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0" i="0" dirty="0">
                <a:solidFill>
                  <a:srgbClr val="1F1F1F"/>
                </a:solidFill>
                <a:effectLst/>
                <a:latin typeface="Google Sans Flex"/>
              </a:rPr>
              <a:t>VIDEO LINK: </a:t>
            </a:r>
            <a:r>
              <a:rPr lang="en-IN" sz="3200" dirty="0"/>
              <a:t>https://drive.google.com/file/d/11psMl-9BuNcnTSbohTy6V_0YhTMI549v/view?usp=sharing</a:t>
            </a:r>
          </a:p>
          <a:p>
            <a:endParaRPr lang="en-IN" sz="3200" b="0" i="0" dirty="0">
              <a:solidFill>
                <a:srgbClr val="1F1F1F"/>
              </a:solidFill>
              <a:effectLst/>
              <a:latin typeface="Google Sans Flex"/>
            </a:endParaRPr>
          </a:p>
        </p:txBody>
      </p:sp>
    </p:spTree>
    <p:extLst>
      <p:ext uri="{BB962C8B-B14F-4D97-AF65-F5344CB8AC3E}">
        <p14:creationId xmlns:p14="http://schemas.microsoft.com/office/powerpoint/2010/main" val="25281716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963DA1-5719-5BFC-0CEE-524E2B2F64EC}"/>
              </a:ext>
            </a:extLst>
          </p:cNvPr>
          <p:cNvSpPr txBox="1"/>
          <p:nvPr/>
        </p:nvSpPr>
        <p:spPr>
          <a:xfrm>
            <a:off x="4178710" y="2721114"/>
            <a:ext cx="941930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b="0" i="0" dirty="0">
                <a:solidFill>
                  <a:srgbClr val="FF0000"/>
                </a:solidFill>
                <a:effectLst/>
                <a:latin typeface="Google Sans Flex"/>
              </a:rPr>
              <a:t>THANK YOU</a:t>
            </a:r>
            <a:endParaRPr lang="en-IN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7378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1568</Words>
  <Application>Microsoft Office PowerPoint</Application>
  <PresentationFormat>Widescreen</PresentationFormat>
  <Paragraphs>136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Arial</vt:lpstr>
      <vt:lpstr>Calibri</vt:lpstr>
      <vt:lpstr>Calibri Light</vt:lpstr>
      <vt:lpstr>Courier New</vt:lpstr>
      <vt:lpstr>Google Sans Flex</vt:lpstr>
      <vt:lpstr>Office Theme</vt:lpstr>
      <vt:lpstr>  Case Study on Online Examination Portal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varshini suresh</dc:creator>
  <cp:lastModifiedBy>varshini suresh</cp:lastModifiedBy>
  <cp:revision>1</cp:revision>
  <dcterms:created xsi:type="dcterms:W3CDTF">2025-12-18T08:52:32Z</dcterms:created>
  <dcterms:modified xsi:type="dcterms:W3CDTF">2025-12-18T17:44:37Z</dcterms:modified>
</cp:coreProperties>
</file>